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63.xml" ContentType="application/vnd.openxmlformats-officedocument.presentationml.tags+xml"/>
  <Override PartName="/ppt/notesSlides/notesSlide1.xml" ContentType="application/vnd.openxmlformats-officedocument.presentationml.notesSlide+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notesSlides/notesSlide2.xml" ContentType="application/vnd.openxmlformats-officedocument.presentationml.notesSlide+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notesSlides/notesSlide3.xml" ContentType="application/vnd.openxmlformats-officedocument.presentationml.notesSlide+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notesSlides/notesSlide4.xml" ContentType="application/vnd.openxmlformats-officedocument.presentationml.notesSlide+xml"/>
  <Override PartName="/ppt/tags/tag184.xml" ContentType="application/vnd.openxmlformats-officedocument.presentationml.tags+xml"/>
  <Override PartName="/ppt/notesSlides/notesSlide5.xml" ContentType="application/vnd.openxmlformats-officedocument.presentationml.notesSlide+xml"/>
  <Override PartName="/ppt/tags/tag185.xml" ContentType="application/vnd.openxmlformats-officedocument.presentationml.tags+xml"/>
  <Override PartName="/ppt/notesSlides/notesSlide6.xml" ContentType="application/vnd.openxmlformats-officedocument.presentationml.notesSlide+xml"/>
  <Override PartName="/ppt/tags/tag186.xml" ContentType="application/vnd.openxmlformats-officedocument.presentationml.tags+xml"/>
  <Override PartName="/ppt/tags/tag187.xml" ContentType="application/vnd.openxmlformats-officedocument.presentationml.tags+xml"/>
  <Override PartName="/ppt/notesSlides/notesSlide7.xml" ContentType="application/vnd.openxmlformats-officedocument.presentationml.notesSlide+xml"/>
  <Override PartName="/ppt/tags/tag188.xml" ContentType="application/vnd.openxmlformats-officedocument.presentationml.tags+xml"/>
  <Override PartName="/ppt/notesSlides/notesSlide8.xml" ContentType="application/vnd.openxmlformats-officedocument.presentationml.notesSlide+xml"/>
  <Override PartName="/ppt/tags/tag189.xml" ContentType="application/vnd.openxmlformats-officedocument.presentationml.tags+xml"/>
  <Override PartName="/ppt/notesSlides/notesSlide9.xml" ContentType="application/vnd.openxmlformats-officedocument.presentationml.notesSlide+xml"/>
  <Override PartName="/ppt/tags/tag190.xml" ContentType="application/vnd.openxmlformats-officedocument.presentationml.tags+xml"/>
  <Override PartName="/ppt/notesSlides/notesSlide10.xml" ContentType="application/vnd.openxmlformats-officedocument.presentationml.notesSlide+xml"/>
  <Override PartName="/ppt/tags/tag191.xml" ContentType="application/vnd.openxmlformats-officedocument.presentationml.tags+xml"/>
  <Override PartName="/ppt/notesSlides/notesSlide11.xml" ContentType="application/vnd.openxmlformats-officedocument.presentationml.notesSlide+xml"/>
  <Override PartName="/ppt/tags/tag192.xml" ContentType="application/vnd.openxmlformats-officedocument.presentationml.tags+xml"/>
  <Override PartName="/ppt/notesSlides/notesSlide12.xml" ContentType="application/vnd.openxmlformats-officedocument.presentationml.notesSlide+xml"/>
  <Override PartName="/ppt/tags/tag193.xml" ContentType="application/vnd.openxmlformats-officedocument.presentationml.tags+xml"/>
  <Override PartName="/ppt/notesSlides/notesSlide13.xml" ContentType="application/vnd.openxmlformats-officedocument.presentationml.notesSlide+xml"/>
  <Override PartName="/ppt/tags/tag194.xml" ContentType="application/vnd.openxmlformats-officedocument.presentationml.tags+xml"/>
  <Override PartName="/ppt/notesSlides/notesSlide14.xml" ContentType="application/vnd.openxmlformats-officedocument.presentationml.notesSlide+xml"/>
  <Override PartName="/ppt/tags/tag195.xml" ContentType="application/vnd.openxmlformats-officedocument.presentationml.tags+xml"/>
  <Override PartName="/ppt/notesSlides/notesSlide15.xml" ContentType="application/vnd.openxmlformats-officedocument.presentationml.notesSlide+xml"/>
  <Override PartName="/ppt/tags/tag196.xml" ContentType="application/vnd.openxmlformats-officedocument.presentationml.tags+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handoutMasterIdLst>
    <p:handoutMasterId r:id="rId19"/>
  </p:handoutMasterIdLst>
  <p:sldIdLst>
    <p:sldId id="339" r:id="rId2"/>
    <p:sldId id="316" r:id="rId3"/>
    <p:sldId id="317" r:id="rId4"/>
    <p:sldId id="267" r:id="rId5"/>
    <p:sldId id="318" r:id="rId6"/>
    <p:sldId id="338" r:id="rId7"/>
    <p:sldId id="272" r:id="rId8"/>
    <p:sldId id="294" r:id="rId9"/>
    <p:sldId id="296" r:id="rId10"/>
    <p:sldId id="277" r:id="rId11"/>
    <p:sldId id="295" r:id="rId12"/>
    <p:sldId id="297" r:id="rId13"/>
    <p:sldId id="283" r:id="rId14"/>
    <p:sldId id="284" r:id="rId15"/>
    <p:sldId id="285" r:id="rId16"/>
    <p:sldId id="314" r:id="rId17"/>
  </p:sldIdLst>
  <p:sldSz cx="12192000" cy="6858000"/>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76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42" autoAdjust="0"/>
    <p:restoredTop sz="96788" autoAdjust="0"/>
  </p:normalViewPr>
  <p:slideViewPr>
    <p:cSldViewPr snapToGrid="0">
      <p:cViewPr varScale="1">
        <p:scale>
          <a:sx n="98" d="100"/>
          <a:sy n="98" d="100"/>
        </p:scale>
        <p:origin x="216" y="792"/>
      </p:cViewPr>
      <p:guideLst>
        <p:guide orient="horz" pos="2160"/>
        <p:guide pos="3765"/>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t>2025/8/25</a:t>
            </a:fld>
            <a:endParaRPr lang="zh-CN" altLang="en-US">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t>‹#›</a:t>
            </a:fld>
            <a:endParaRPr lang="zh-CN" altLang="en-US">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35405775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t>2025/8/25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t>‹#›</a:t>
            </a:fld>
            <a:endParaRPr lang="zh-CN" altLang="en-US"/>
          </a:p>
        </p:txBody>
      </p:sp>
    </p:spTree>
    <p:extLst>
      <p:ext uri="{BB962C8B-B14F-4D97-AF65-F5344CB8AC3E}">
        <p14:creationId xmlns:p14="http://schemas.microsoft.com/office/powerpoint/2010/main" val="3987124927"/>
      </p:ext>
    </p:extLst>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a:sym typeface="+mn-ea"/>
              </a:rPr>
              <a:t>大家下午好，我今天挑选的主题是浏览器工作原理；内容是通过一个经典的问题展开的；这个问题对各位而言肯定都很简单，这里呢，我就班门弄斧地谈一下自己的理解，有不妥之处，请各位不吝赐教。</a:t>
            </a:r>
            <a:endParaRPr lang="en-US" altLang="zh-CN"/>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a:p>
          <a:p>
            <a:pPr marL="0" marR="0" lvl="0" indent="0" algn="l" defTabSz="914400" rtl="0" eaLnBrk="1" fontAlgn="auto" latinLnBrk="0" hangingPunct="1">
              <a:lnSpc>
                <a:spcPct val="100000"/>
              </a:lnSpc>
              <a:spcBef>
                <a:spcPts val="0"/>
              </a:spcBef>
              <a:spcAft>
                <a:spcPts val="0"/>
              </a:spcAft>
              <a:buClrTx/>
              <a:buSzTx/>
              <a:buFontTx/>
              <a:buNone/>
              <a:defRPr/>
            </a:pPr>
            <a:r>
              <a:rPr lang="zh-CN" altLang="en-US"/>
              <a:t>大家下午好，我今天挑选的分享主题是浏览器工作原理；分享的内容是通过一个经典的问题从输入</a:t>
            </a:r>
            <a:r>
              <a:rPr lang="en-US" altLang="zh-CN"/>
              <a:t>URL</a:t>
            </a:r>
            <a:r>
              <a:rPr lang="zh-CN" altLang="en-US"/>
              <a:t>到页面展开这中间发生了什么展开的；这个问题对各位而言肯定都很简单，这里呢，我就班门弄斧地谈一下自己的理解，所牵扯的知识点呢你们肯定也都很熟悉，如果有不对不妥之处，我秉承着学习的态度，希望各位不吝赐教</a:t>
            </a:r>
            <a:endParaRPr lang="en-US" altLang="zh-CN"/>
          </a:p>
          <a:p>
            <a:endParaRPr lang="zh-CN" altLang="en-US"/>
          </a:p>
        </p:txBody>
      </p:sp>
      <p:sp>
        <p:nvSpPr>
          <p:cNvPr id="4" name="灯片编号占位符 3"/>
          <p:cNvSpPr>
            <a:spLocks noGrp="1"/>
          </p:cNvSpPr>
          <p:nvPr>
            <p:ph type="sldNum" sz="quarter" idx="10"/>
          </p:nvPr>
        </p:nvSpPr>
        <p:spPr/>
        <p:txBody>
          <a:bodyPr/>
          <a:lstStyle/>
          <a:p>
            <a:fld id="{5849F42C-2DAE-424C-A4B8-3140182C3E9F}" type="slidenum">
              <a:rPr lang="zh-CN" altLang="en-US" smtClean="0">
                <a:solidFill>
                  <a:prstClr val="black"/>
                </a:solidFill>
              </a:rPr>
              <a:t>1</a:t>
            </a:fld>
            <a:endParaRPr lang="zh-CN" altLang="en-US">
              <a:solidFill>
                <a:prstClr val="black"/>
              </a:solidFill>
            </a:endParaRPr>
          </a:p>
        </p:txBody>
      </p:sp>
    </p:spTree>
    <p:extLst>
      <p:ext uri="{BB962C8B-B14F-4D97-AF65-F5344CB8AC3E}">
        <p14:creationId xmlns:p14="http://schemas.microsoft.com/office/powerpoint/2010/main" val="2217825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这个问题我从六个点来回答；选择</a:t>
            </a:r>
            <a:r>
              <a:rPr lang="en-US" altLang="zh-CN"/>
              <a:t>Chrome</a:t>
            </a:r>
            <a:r>
              <a:rPr lang="zh-CN" altLang="en-US"/>
              <a:t>作为分析浏览器；为什么偏偏选择 </a:t>
            </a:r>
            <a:r>
              <a:rPr lang="en-US" altLang="zh-CN"/>
              <a:t>Chrome </a:t>
            </a:r>
            <a:r>
              <a:rPr lang="zh-CN" altLang="en-US"/>
              <a:t>浏览器呢？因为 </a:t>
            </a:r>
            <a:r>
              <a:rPr lang="en-US" altLang="zh-CN"/>
              <a:t>Chrome</a:t>
            </a:r>
            <a:r>
              <a:rPr lang="zh-CN" altLang="en-US"/>
              <a:t>、微软的 </a:t>
            </a:r>
            <a:r>
              <a:rPr lang="en-US" altLang="zh-CN"/>
              <a:t>Edge </a:t>
            </a:r>
            <a:r>
              <a:rPr lang="zh-CN" altLang="en-US"/>
              <a:t>以及国内的大部分主流浏览器，都是基于</a:t>
            </a:r>
            <a:r>
              <a:rPr lang="zh-CN" altLang="en-US">
                <a:sym typeface="+mn-ea"/>
              </a:rPr>
              <a:t> </a:t>
            </a:r>
            <a:r>
              <a:rPr lang="en-US" altLang="zh-CN">
                <a:sym typeface="+mn-ea"/>
              </a:rPr>
              <a:t>Google</a:t>
            </a:r>
            <a:r>
              <a:rPr lang="zh-CN" altLang="en-US"/>
              <a:t>开源的 </a:t>
            </a:r>
            <a:r>
              <a:rPr lang="en-US" altLang="zh-CN"/>
              <a:t>Chromium </a:t>
            </a:r>
            <a:r>
              <a:rPr lang="zh-CN" altLang="en-US"/>
              <a:t>二次开发的；而 </a:t>
            </a:r>
            <a:r>
              <a:rPr lang="en-US" altLang="zh-CN"/>
              <a:t>Chrome </a:t>
            </a:r>
            <a:r>
              <a:rPr lang="zh-CN" altLang="en-US"/>
              <a:t>是 </a:t>
            </a:r>
            <a:r>
              <a:rPr lang="en-US" altLang="zh-CN"/>
              <a:t>Google </a:t>
            </a:r>
            <a:r>
              <a:rPr lang="zh-CN" altLang="en-US"/>
              <a:t>的官方发行版，特性和 </a:t>
            </a:r>
            <a:r>
              <a:rPr lang="en-US" altLang="zh-CN"/>
              <a:t>Chromium </a:t>
            </a:r>
            <a:r>
              <a:rPr lang="zh-CN" altLang="en-US"/>
              <a:t>基本一样，只存在一些产品层面差异；</a:t>
            </a:r>
          </a:p>
          <a:p>
            <a:r>
              <a:rPr lang="zh-CN" altLang="en-US"/>
              <a:t>另一方面</a:t>
            </a:r>
            <a:r>
              <a:rPr lang="en-US" altLang="zh-CN"/>
              <a:t>Chrome</a:t>
            </a:r>
            <a:r>
              <a:rPr lang="zh-CN" altLang="en-US"/>
              <a:t>浏览器使用率最高，所以最具代表性；</a:t>
            </a:r>
          </a:p>
          <a:p>
            <a:endParaRPr lang="en-US" altLang="zh-CN"/>
          </a:p>
        </p:txBody>
      </p:sp>
      <p:sp>
        <p:nvSpPr>
          <p:cNvPr id="4" name="灯片编号占位符 3"/>
          <p:cNvSpPr>
            <a:spLocks noGrp="1"/>
          </p:cNvSpPr>
          <p:nvPr>
            <p:ph type="sldNum" sz="quarter" idx="10"/>
          </p:nvPr>
        </p:nvSpPr>
        <p:spPr/>
        <p:txBody>
          <a:bodyPr/>
          <a:lstStyle/>
          <a:p>
            <a:fld id="{7D8E374D-6E28-41D4-B529-E46F9BB59559}" type="slidenum">
              <a:rPr lang="zh-CN" altLang="en-US" smtClean="0">
                <a:solidFill>
                  <a:prstClr val="black"/>
                </a:solidFill>
              </a:rPr>
              <a:t>2</a:t>
            </a:fld>
            <a:endParaRPr lang="zh-CN" altLang="en-US">
              <a:solidFill>
                <a:prstClr val="black"/>
              </a:solidFill>
            </a:endParaRPr>
          </a:p>
        </p:txBody>
      </p:sp>
    </p:spTree>
    <p:extLst>
      <p:ext uri="{BB962C8B-B14F-4D97-AF65-F5344CB8AC3E}">
        <p14:creationId xmlns:p14="http://schemas.microsoft.com/office/powerpoint/2010/main" val="922218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这两张图是</a:t>
            </a:r>
            <a:r>
              <a:rPr lang="en-US" altLang="zh-CN"/>
              <a:t>Chrome</a:t>
            </a:r>
            <a:r>
              <a:rPr lang="zh-CN" altLang="en-US"/>
              <a:t>最新的多进程架构图和安全视角下的架构图；可以看出浏览器主要包括这些进程，进程间通过</a:t>
            </a:r>
            <a:r>
              <a:rPr lang="en-US" altLang="zh-CN"/>
              <a:t>IPC</a:t>
            </a:r>
            <a:r>
              <a:rPr lang="zh-CN" altLang="en-US"/>
              <a:t>机制进行通信，浏览器主进程负责子进程的管理；</a:t>
            </a:r>
          </a:p>
          <a:p>
            <a:r>
              <a:rPr lang="zh-CN" altLang="en-US"/>
              <a:t>渲染进程主要负责</a:t>
            </a:r>
            <a:r>
              <a:rPr lang="en-US" altLang="zh-CN">
                <a:effectLst/>
                <a:sym typeface="+mn-ea"/>
              </a:rPr>
              <a:t>HTML</a:t>
            </a:r>
            <a:r>
              <a:rPr lang="zh-CN" altLang="en-US">
                <a:effectLst/>
                <a:sym typeface="+mn-ea"/>
              </a:rPr>
              <a:t>，</a:t>
            </a:r>
            <a:r>
              <a:rPr lang="en-US" altLang="zh-CN">
                <a:effectLst/>
                <a:sym typeface="+mn-ea"/>
              </a:rPr>
              <a:t>CSS,JS</a:t>
            </a:r>
            <a:r>
              <a:rPr lang="zh-CN" altLang="en-US">
                <a:effectLst/>
                <a:sym typeface="+mn-ea"/>
              </a:rPr>
              <a:t>解析，图片解码，排版引擎和</a:t>
            </a:r>
            <a:r>
              <a:rPr lang="en-US" altLang="zh-CN">
                <a:effectLst/>
                <a:sym typeface="+mn-ea"/>
              </a:rPr>
              <a:t>JSV8</a:t>
            </a:r>
            <a:r>
              <a:rPr lang="zh-CN" altLang="en-US">
                <a:effectLst/>
                <a:sym typeface="+mn-ea"/>
              </a:rPr>
              <a:t>引擎页也就是运行在这个进程中；</a:t>
            </a:r>
          </a:p>
          <a:p>
            <a:r>
              <a:rPr lang="zh-CN" altLang="en-US"/>
              <a:t>插件进程就是负</a:t>
            </a:r>
            <a:r>
              <a:rPr lang="zh-CN" altLang="en-US">
                <a:effectLst/>
                <a:sym typeface="+mn-ea"/>
              </a:rPr>
              <a:t>责插件的运行；</a:t>
            </a:r>
          </a:p>
          <a:p>
            <a:r>
              <a:rPr lang="en-US" altLang="zh-CN">
                <a:effectLst/>
                <a:sym typeface="+mn-ea"/>
              </a:rPr>
              <a:t>GPU</a:t>
            </a:r>
            <a:r>
              <a:rPr lang="zh-CN" altLang="en-US">
                <a:effectLst/>
                <a:sym typeface="+mn-ea"/>
              </a:rPr>
              <a:t>使用的初衷是为了实现</a:t>
            </a:r>
            <a:r>
              <a:rPr lang="en-US" altLang="zh-CN">
                <a:effectLst/>
                <a:sym typeface="+mn-ea"/>
              </a:rPr>
              <a:t>3D CSS</a:t>
            </a:r>
            <a:r>
              <a:rPr lang="zh-CN" altLang="en-US">
                <a:effectLst/>
                <a:sym typeface="+mn-ea"/>
              </a:rPr>
              <a:t>效果，后来网页都选择</a:t>
            </a:r>
            <a:r>
              <a:rPr lang="en-US" altLang="zh-CN">
                <a:effectLst/>
                <a:sym typeface="+mn-ea"/>
              </a:rPr>
              <a:t>GPU</a:t>
            </a:r>
            <a:r>
              <a:rPr lang="zh-CN" altLang="en-US">
                <a:effectLst/>
                <a:sym typeface="+mn-ea"/>
              </a:rPr>
              <a:t>来绘制，使</a:t>
            </a:r>
            <a:r>
              <a:rPr lang="en-US" altLang="zh-CN">
                <a:effectLst/>
                <a:sym typeface="+mn-ea"/>
              </a:rPr>
              <a:t>GPU</a:t>
            </a:r>
            <a:r>
              <a:rPr lang="zh-CN" altLang="en-US">
                <a:effectLst/>
                <a:sym typeface="+mn-ea"/>
              </a:rPr>
              <a:t>成为浏览器普遍的需求，后来</a:t>
            </a:r>
            <a:r>
              <a:rPr lang="en-US" altLang="zh-CN">
                <a:effectLst/>
                <a:sym typeface="+mn-ea"/>
              </a:rPr>
              <a:t>Chrome</a:t>
            </a:r>
            <a:r>
              <a:rPr lang="zh-CN" altLang="en-US">
                <a:effectLst/>
                <a:sym typeface="+mn-ea"/>
              </a:rPr>
              <a:t>也就引入了</a:t>
            </a:r>
            <a:r>
              <a:rPr lang="en-US" altLang="zh-CN">
                <a:effectLst/>
                <a:sym typeface="+mn-ea"/>
              </a:rPr>
              <a:t>GPU</a:t>
            </a:r>
            <a:r>
              <a:rPr lang="zh-CN" altLang="en-US">
                <a:effectLst/>
                <a:sym typeface="+mn-ea"/>
              </a:rPr>
              <a:t>进程；</a:t>
            </a:r>
          </a:p>
          <a:p>
            <a:r>
              <a:rPr lang="zh-CN" altLang="en-US">
                <a:effectLst/>
                <a:sym typeface="+mn-ea"/>
              </a:rPr>
              <a:t>网络进程就负责页面的网络资源加载，也是后来被独立成一个单独的进程</a:t>
            </a:r>
            <a:endParaRPr lang="zh-CN" altLang="en-US"/>
          </a:p>
          <a:p>
            <a:r>
              <a:rPr lang="zh-CN" altLang="en-US">
                <a:sym typeface="+mn-ea"/>
              </a:rPr>
              <a:t>打开1个页面，至少有4个进程，至少需要1个网络进程、1个浏览器进程、1个GPU进程以及1个渲染进程，共4个；如果打开的页面有运行插件的话，还需要再加上1个插件进程。</a:t>
            </a:r>
          </a:p>
          <a:p>
            <a:r>
              <a:rPr lang="en-US" altLang="zh-CN">
                <a:sym typeface="+mn-ea"/>
              </a:rPr>
              <a:t> </a:t>
            </a:r>
            <a:endParaRPr lang="en-US" altLang="zh-CN"/>
          </a:p>
          <a:p>
            <a:r>
              <a:rPr lang="zh-CN" altLang="en-US">
                <a:sym typeface="+mn-ea"/>
              </a:rPr>
              <a:t>这两张图是</a:t>
            </a:r>
            <a:r>
              <a:rPr lang="en-US" altLang="zh-CN">
                <a:sym typeface="+mn-ea"/>
              </a:rPr>
              <a:t>Chrome</a:t>
            </a:r>
            <a:r>
              <a:rPr lang="zh-CN" altLang="en-US">
                <a:sym typeface="+mn-ea"/>
              </a:rPr>
              <a:t>未来的一个发展方向</a:t>
            </a:r>
            <a:r>
              <a:rPr lang="en-US" altLang="zh-CN">
                <a:sym typeface="+mn-ea"/>
              </a:rPr>
              <a:t> </a:t>
            </a:r>
            <a:r>
              <a:rPr lang="zh-CN" altLang="en-US">
                <a:sym typeface="+mn-ea"/>
              </a:rPr>
              <a:t>就是</a:t>
            </a:r>
            <a:r>
              <a:rPr lang="en-US" altLang="zh-CN">
                <a:sym typeface="+mn-ea"/>
              </a:rPr>
              <a:t>现代操作系统所采用的“面向服务的架构”</a:t>
            </a:r>
            <a:r>
              <a:rPr lang="zh-CN" altLang="en-US">
                <a:sym typeface="+mn-ea"/>
              </a:rPr>
              <a:t>，各个模块独立成单独的服务，在独立的进程中运行，访问服务通过定义好的接口，更加的松耦合，易扩展</a:t>
            </a:r>
          </a:p>
          <a:p>
            <a:r>
              <a:rPr lang="en-US" altLang="zh-CN">
                <a:sym typeface="+mn-ea"/>
              </a:rPr>
              <a:t>在资源受限的设备上，Chrome会将很多服务整合到一个进程中，从而节省内存占用。</a:t>
            </a:r>
            <a:endParaRPr lang="en-US" altLang="zh-CN"/>
          </a:p>
          <a:p>
            <a:endParaRPr lang="zh-CN" altLang="en-US">
              <a:sym typeface="+mn-ea"/>
            </a:endParaRPr>
          </a:p>
          <a:p>
            <a:endParaRPr lang="zh-CN" altLang="en-US">
              <a:effectLst/>
              <a:sym typeface="+mn-ea"/>
            </a:endParaRPr>
          </a:p>
          <a:p>
            <a:endParaRPr lang="zh-CN" altLang="en-US">
              <a:effectLst/>
              <a:sym typeface="+mn-ea"/>
            </a:endParaRPr>
          </a:p>
          <a:p>
            <a:r>
              <a:rPr lang="en-US" altLang="zh-CN">
                <a:effectLst/>
                <a:sym typeface="+mn-ea"/>
              </a:rPr>
              <a:t> </a:t>
            </a:r>
            <a:r>
              <a:rPr lang="zh-CN" altLang="en-US"/>
              <a:t>https://www.jianshu.com/p/658e8ae3ebf2</a:t>
            </a:r>
            <a:endParaRPr lang="en-US" altLang="zh-CN" i="1"/>
          </a:p>
          <a:p>
            <a:r>
              <a:rPr lang="zh-CN" altLang="en-US" i="0"/>
              <a:t>从第一张图的 当前的</a:t>
            </a:r>
            <a:r>
              <a:rPr lang="en-US" altLang="zh-CN" i="0"/>
              <a:t>Chrome</a:t>
            </a:r>
            <a:r>
              <a:rPr lang="zh-CN" altLang="en-US" i="0"/>
              <a:t>架构图中可以看出，</a:t>
            </a:r>
            <a:r>
              <a:rPr lang="zh-CN" altLang="en-US" sz="1600" b="0" i="0" kern="1200">
                <a:solidFill>
                  <a:schemeClr val="tx1"/>
                </a:solidFill>
                <a:effectLst/>
                <a:latin typeface="微软雅黑" panose="020B0503020204020204" charset="-122"/>
                <a:ea typeface="微软雅黑" panose="020B0503020204020204" charset="-122"/>
                <a:cs typeface="+mn-cs"/>
              </a:rPr>
              <a:t>浏览器主要包括：</a:t>
            </a:r>
            <a:r>
              <a:rPr lang="en-US" altLang="zh-CN" sz="1600" b="0" i="0" kern="1200">
                <a:solidFill>
                  <a:schemeClr val="tx1"/>
                </a:solidFill>
                <a:effectLst/>
                <a:latin typeface="微软雅黑" panose="020B0503020204020204" charset="-122"/>
                <a:ea typeface="微软雅黑" panose="020B0503020204020204" charset="-122"/>
                <a:cs typeface="+mn-cs"/>
              </a:rPr>
              <a:t>1</a:t>
            </a:r>
            <a:r>
              <a:rPr lang="zh-CN" altLang="en-US" sz="1600" b="0" i="0" kern="1200">
                <a:solidFill>
                  <a:schemeClr val="tx1"/>
                </a:solidFill>
                <a:effectLst/>
                <a:latin typeface="微软雅黑" panose="020B0503020204020204" charset="-122"/>
                <a:ea typeface="微软雅黑" panose="020B0503020204020204" charset="-122"/>
                <a:cs typeface="+mn-cs"/>
              </a:rPr>
              <a:t>个浏览器（</a:t>
            </a:r>
            <a:r>
              <a:rPr lang="en-US" altLang="zh-CN" sz="1600" b="0" i="0" kern="1200">
                <a:solidFill>
                  <a:schemeClr val="tx1"/>
                </a:solidFill>
                <a:effectLst/>
                <a:latin typeface="微软雅黑" panose="020B0503020204020204" charset="-122"/>
                <a:ea typeface="微软雅黑" panose="020B0503020204020204" charset="-122"/>
                <a:cs typeface="+mn-cs"/>
              </a:rPr>
              <a:t>Browser</a:t>
            </a:r>
            <a:r>
              <a:rPr lang="zh-CN" altLang="en-US" sz="1600" b="0" i="0" kern="1200">
                <a:solidFill>
                  <a:schemeClr val="tx1"/>
                </a:solidFill>
                <a:effectLst/>
                <a:latin typeface="微软雅黑" panose="020B0503020204020204" charset="-122"/>
                <a:ea typeface="微软雅黑" panose="020B0503020204020204" charset="-122"/>
                <a:cs typeface="+mn-cs"/>
              </a:rPr>
              <a:t>）主进程、</a:t>
            </a:r>
            <a:r>
              <a:rPr lang="en-US" altLang="zh-CN" sz="1600" b="0" i="0" kern="1200">
                <a:solidFill>
                  <a:schemeClr val="tx1"/>
                </a:solidFill>
                <a:effectLst/>
                <a:latin typeface="微软雅黑" panose="020B0503020204020204" charset="-122"/>
                <a:ea typeface="微软雅黑" panose="020B0503020204020204" charset="-122"/>
                <a:cs typeface="+mn-cs"/>
              </a:rPr>
              <a:t>1</a:t>
            </a:r>
            <a:r>
              <a:rPr lang="zh-CN" altLang="en-US" sz="1600" b="0" i="0" kern="1200">
                <a:solidFill>
                  <a:schemeClr val="tx1"/>
                </a:solidFill>
                <a:effectLst/>
                <a:latin typeface="微软雅黑" panose="020B0503020204020204" charset="-122"/>
                <a:ea typeface="微软雅黑" panose="020B0503020204020204" charset="-122"/>
                <a:cs typeface="+mn-cs"/>
              </a:rPr>
              <a:t>个 </a:t>
            </a:r>
            <a:r>
              <a:rPr lang="en-US" altLang="zh-CN" sz="1600" b="0" i="0" kern="1200">
                <a:solidFill>
                  <a:schemeClr val="tx1"/>
                </a:solidFill>
                <a:effectLst/>
                <a:latin typeface="微软雅黑" panose="020B0503020204020204" charset="-122"/>
                <a:ea typeface="微软雅黑" panose="020B0503020204020204" charset="-122"/>
                <a:cs typeface="+mn-cs"/>
              </a:rPr>
              <a:t>GPU </a:t>
            </a:r>
            <a:r>
              <a:rPr lang="zh-CN" altLang="en-US" sz="1600" b="0" i="0" kern="1200">
                <a:solidFill>
                  <a:schemeClr val="tx1"/>
                </a:solidFill>
                <a:effectLst/>
                <a:latin typeface="微软雅黑" panose="020B0503020204020204" charset="-122"/>
                <a:ea typeface="微软雅黑" panose="020B0503020204020204" charset="-122"/>
                <a:cs typeface="+mn-cs"/>
              </a:rPr>
              <a:t>进程、</a:t>
            </a:r>
            <a:r>
              <a:rPr lang="en-US" altLang="zh-CN" sz="1600" b="0" i="0" kern="1200">
                <a:solidFill>
                  <a:schemeClr val="tx1"/>
                </a:solidFill>
                <a:effectLst/>
                <a:latin typeface="微软雅黑" panose="020B0503020204020204" charset="-122"/>
                <a:ea typeface="微软雅黑" panose="020B0503020204020204" charset="-122"/>
                <a:cs typeface="+mn-cs"/>
              </a:rPr>
              <a:t>1</a:t>
            </a:r>
            <a:r>
              <a:rPr lang="zh-CN" altLang="en-US" sz="1600" b="0" i="0" kern="1200">
                <a:solidFill>
                  <a:schemeClr val="tx1"/>
                </a:solidFill>
                <a:effectLst/>
                <a:latin typeface="微软雅黑" panose="020B0503020204020204" charset="-122"/>
                <a:ea typeface="微软雅黑" panose="020B0503020204020204" charset="-122"/>
                <a:cs typeface="+mn-cs"/>
              </a:rPr>
              <a:t>个网络（</a:t>
            </a:r>
            <a:r>
              <a:rPr lang="en-US" altLang="zh-CN" sz="1600" b="0" i="0" kern="1200">
                <a:solidFill>
                  <a:schemeClr val="tx1"/>
                </a:solidFill>
                <a:effectLst/>
                <a:latin typeface="微软雅黑" panose="020B0503020204020204" charset="-122"/>
                <a:ea typeface="微软雅黑" panose="020B0503020204020204" charset="-122"/>
                <a:cs typeface="+mn-cs"/>
              </a:rPr>
              <a:t>NetWork</a:t>
            </a:r>
            <a:r>
              <a:rPr lang="zh-CN" altLang="en-US" sz="1600" b="0" i="0" kern="1200">
                <a:solidFill>
                  <a:schemeClr val="tx1"/>
                </a:solidFill>
                <a:effectLst/>
                <a:latin typeface="微软雅黑" panose="020B0503020204020204" charset="-122"/>
                <a:ea typeface="微软雅黑" panose="020B0503020204020204" charset="-122"/>
                <a:cs typeface="+mn-cs"/>
              </a:rPr>
              <a:t>）进程、多个渲染进程和多个插件进程；</a:t>
            </a:r>
            <a:endParaRPr lang="en-US" altLang="zh-CN" sz="1600" b="0" i="0" kern="1200">
              <a:solidFill>
                <a:schemeClr val="tx1"/>
              </a:solidFill>
              <a:effectLst/>
              <a:latin typeface="微软雅黑" panose="020B0503020204020204" charset="-122"/>
              <a:ea typeface="微软雅黑" panose="020B0503020204020204" charset="-122"/>
              <a:cs typeface="+mn-cs"/>
            </a:endParaRPr>
          </a:p>
          <a:p>
            <a:r>
              <a:rPr lang="zh-CN" altLang="en-US" sz="1600" b="0" i="0" kern="1200">
                <a:solidFill>
                  <a:schemeClr val="tx1"/>
                </a:solidFill>
                <a:effectLst/>
                <a:latin typeface="微软雅黑" panose="020B0503020204020204" charset="-122"/>
                <a:ea typeface="微软雅黑" panose="020B0503020204020204" charset="-122"/>
                <a:cs typeface="+mn-cs"/>
              </a:rPr>
              <a:t>第二张图的安全视角下的浏览器架构图又可以分为渲染内核和浏览器内核两个模块；浏览器内核包含除渲染进程外的其他进程；</a:t>
            </a:r>
            <a:endParaRPr lang="en-US" altLang="zh-CN" sz="1600" b="0" i="0" kern="1200">
              <a:solidFill>
                <a:schemeClr val="tx1"/>
              </a:solidFill>
              <a:effectLst/>
              <a:latin typeface="微软雅黑" panose="020B0503020204020204" charset="-122"/>
              <a:ea typeface="微软雅黑" panose="020B0503020204020204" charset="-122"/>
              <a:cs typeface="+mn-cs"/>
            </a:endParaRPr>
          </a:p>
          <a:p>
            <a:r>
              <a:rPr lang="zh-CN" altLang="en-US" sz="1600" b="0" i="0" kern="1200">
                <a:solidFill>
                  <a:schemeClr val="tx1"/>
                </a:solidFill>
                <a:effectLst/>
                <a:latin typeface="微软雅黑" panose="020B0503020204020204" charset="-122"/>
                <a:ea typeface="微软雅黑" panose="020B0503020204020204" charset="-122"/>
                <a:cs typeface="+mn-cs"/>
              </a:rPr>
              <a:t>浏览器主进程负责各子进程管理，进程之间是通过</a:t>
            </a:r>
            <a:r>
              <a:rPr lang="en-US" altLang="zh-CN" sz="1600" b="0" i="0" kern="1200">
                <a:solidFill>
                  <a:schemeClr val="tx1"/>
                </a:solidFill>
                <a:effectLst/>
                <a:latin typeface="微软雅黑" panose="020B0503020204020204" charset="-122"/>
                <a:ea typeface="微软雅黑" panose="020B0503020204020204" charset="-122"/>
                <a:cs typeface="+mn-cs"/>
              </a:rPr>
              <a:t>IPC</a:t>
            </a:r>
            <a:r>
              <a:rPr lang="zh-CN" altLang="en-US" sz="1600" b="0" i="0" kern="1200">
                <a:solidFill>
                  <a:schemeClr val="tx1"/>
                </a:solidFill>
                <a:effectLst/>
                <a:latin typeface="微软雅黑" panose="020B0503020204020204" charset="-122"/>
                <a:ea typeface="微软雅黑" panose="020B0503020204020204" charset="-122"/>
                <a:cs typeface="+mn-cs"/>
              </a:rPr>
              <a:t>机制进行通信。</a:t>
            </a:r>
            <a:endParaRPr lang="en-US" altLang="zh-CN" sz="1600" b="0" i="0" kern="1200">
              <a:solidFill>
                <a:schemeClr val="tx1"/>
              </a:solidFill>
              <a:effectLst/>
              <a:latin typeface="微软雅黑" panose="020B0503020204020204" charset="-122"/>
              <a:ea typeface="微软雅黑" panose="020B0503020204020204"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1" i="0" kern="1200">
                <a:solidFill>
                  <a:schemeClr val="tx1"/>
                </a:solidFill>
                <a:effectLst/>
                <a:latin typeface="微软雅黑" panose="020B0503020204020204" charset="-122"/>
                <a:ea typeface="微软雅黑" panose="020B0503020204020204" charset="-122"/>
                <a:cs typeface="+mn-cs"/>
              </a:rPr>
              <a:t>渲染进程</a:t>
            </a:r>
            <a:r>
              <a:rPr lang="zh-CN" altLang="en-US" sz="1600" b="0" i="0" kern="1200">
                <a:solidFill>
                  <a:schemeClr val="tx1"/>
                </a:solidFill>
                <a:effectLst/>
                <a:latin typeface="微软雅黑" panose="020B0503020204020204" charset="-122"/>
                <a:ea typeface="微软雅黑" panose="020B0503020204020204" charset="-122"/>
                <a:cs typeface="+mn-cs"/>
              </a:rPr>
              <a:t>。</a:t>
            </a:r>
            <a:r>
              <a:rPr lang="en-US" altLang="zh-CN" sz="1600" b="0" i="0" kern="1200">
                <a:solidFill>
                  <a:schemeClr val="tx1"/>
                </a:solidFill>
                <a:effectLst/>
                <a:latin typeface="微软雅黑" panose="020B0503020204020204" charset="-122"/>
                <a:ea typeface="微软雅黑" panose="020B0503020204020204" charset="-122"/>
                <a:cs typeface="+mn-cs"/>
              </a:rPr>
              <a:t>HTML</a:t>
            </a:r>
            <a:r>
              <a:rPr lang="zh-CN" altLang="en-US" sz="1600" b="0" i="0" kern="1200">
                <a:solidFill>
                  <a:schemeClr val="tx1"/>
                </a:solidFill>
                <a:effectLst/>
                <a:latin typeface="微软雅黑" panose="020B0503020204020204" charset="-122"/>
                <a:ea typeface="微软雅黑" panose="020B0503020204020204" charset="-122"/>
                <a:cs typeface="+mn-cs"/>
              </a:rPr>
              <a:t>，</a:t>
            </a:r>
            <a:r>
              <a:rPr lang="en-US" altLang="zh-CN" sz="1600" b="0" i="0" kern="1200">
                <a:solidFill>
                  <a:schemeClr val="tx1"/>
                </a:solidFill>
                <a:effectLst/>
                <a:latin typeface="微软雅黑" panose="020B0503020204020204" charset="-122"/>
                <a:ea typeface="微软雅黑" panose="020B0503020204020204" charset="-122"/>
                <a:cs typeface="+mn-cs"/>
              </a:rPr>
              <a:t>CSS,JS</a:t>
            </a:r>
            <a:r>
              <a:rPr lang="zh-CN" altLang="en-US" sz="1600" b="0" i="0" kern="1200">
                <a:solidFill>
                  <a:schemeClr val="tx1"/>
                </a:solidFill>
                <a:effectLst/>
                <a:latin typeface="微软雅黑" panose="020B0503020204020204" charset="-122"/>
                <a:ea typeface="微软雅黑" panose="020B0503020204020204" charset="-122"/>
                <a:cs typeface="+mn-cs"/>
              </a:rPr>
              <a:t>解析，图片解码都是运行在这个进程中，排版引擎和</a:t>
            </a:r>
            <a:r>
              <a:rPr lang="en-US" altLang="zh-CN" sz="1600" b="0" i="0" kern="1200">
                <a:solidFill>
                  <a:schemeClr val="tx1"/>
                </a:solidFill>
                <a:effectLst/>
                <a:latin typeface="微软雅黑" panose="020B0503020204020204" charset="-122"/>
                <a:ea typeface="微软雅黑" panose="020B0503020204020204" charset="-122"/>
                <a:cs typeface="+mn-cs"/>
              </a:rPr>
              <a:t>JSV8</a:t>
            </a:r>
            <a:r>
              <a:rPr lang="zh-CN" altLang="en-US" sz="1600" b="0" i="0" kern="1200">
                <a:solidFill>
                  <a:schemeClr val="tx1"/>
                </a:solidFill>
                <a:effectLst/>
                <a:latin typeface="微软雅黑" panose="020B0503020204020204" charset="-122"/>
                <a:ea typeface="微软雅黑" panose="020B0503020204020204" charset="-122"/>
                <a:cs typeface="+mn-cs"/>
              </a:rPr>
              <a:t>引擎页也就是运行在这个进程中。</a:t>
            </a:r>
            <a:r>
              <a:rPr lang="en-US" altLang="zh-CN" sz="1600" b="0" i="0" kern="1200">
                <a:solidFill>
                  <a:schemeClr val="tx1"/>
                </a:solidFill>
                <a:effectLst/>
                <a:latin typeface="微软雅黑" panose="020B0503020204020204" charset="-122"/>
                <a:ea typeface="微软雅黑" panose="020B0503020204020204" charset="-122"/>
                <a:cs typeface="+mn-cs"/>
              </a:rPr>
              <a:t>Chrome</a:t>
            </a:r>
            <a:r>
              <a:rPr lang="zh-CN" altLang="en-US" sz="1600" b="0" i="0" kern="1200">
                <a:solidFill>
                  <a:schemeClr val="tx1"/>
                </a:solidFill>
                <a:effectLst/>
                <a:latin typeface="微软雅黑" panose="020B0503020204020204" charset="-122"/>
                <a:ea typeface="微软雅黑" panose="020B0503020204020204" charset="-122"/>
                <a:cs typeface="+mn-cs"/>
              </a:rPr>
              <a:t>会为同一站点中相互关联的页面创建一个渲染进程，运行在沙箱模式下；</a:t>
            </a:r>
            <a:endParaRPr lang="en-US" altLang="zh-CN" sz="1600" b="0" i="0" kern="1200">
              <a:solidFill>
                <a:schemeClr val="tx1"/>
              </a:solidFill>
              <a:effectLst/>
              <a:latin typeface="微软雅黑" panose="020B0503020204020204" charset="-122"/>
              <a:ea typeface="微软雅黑" panose="020B0503020204020204" charset="-122"/>
              <a:cs typeface="+mn-cs"/>
            </a:endParaRPr>
          </a:p>
          <a:p>
            <a:r>
              <a:rPr lang="en-US" altLang="zh-CN" sz="1600" b="1" i="0" kern="1200">
                <a:solidFill>
                  <a:schemeClr val="tx1"/>
                </a:solidFill>
                <a:effectLst/>
                <a:latin typeface="微软雅黑" panose="020B0503020204020204" charset="-122"/>
                <a:ea typeface="微软雅黑" panose="020B0503020204020204" charset="-122"/>
                <a:cs typeface="+mn-cs"/>
              </a:rPr>
              <a:t>GPU</a:t>
            </a:r>
            <a:r>
              <a:rPr lang="zh-CN" altLang="en-US" sz="1600" b="1" i="0" kern="1200">
                <a:solidFill>
                  <a:schemeClr val="tx1"/>
                </a:solidFill>
                <a:effectLst/>
                <a:latin typeface="微软雅黑" panose="020B0503020204020204" charset="-122"/>
                <a:ea typeface="微软雅黑" panose="020B0503020204020204" charset="-122"/>
                <a:cs typeface="+mn-cs"/>
              </a:rPr>
              <a:t>进程</a:t>
            </a:r>
            <a:r>
              <a:rPr lang="zh-CN" altLang="en-US" sz="1600" b="0" i="0" kern="1200">
                <a:solidFill>
                  <a:schemeClr val="tx1"/>
                </a:solidFill>
                <a:effectLst/>
                <a:latin typeface="微软雅黑" panose="020B0503020204020204" charset="-122"/>
                <a:ea typeface="微软雅黑" panose="020B0503020204020204" charset="-122"/>
                <a:cs typeface="+mn-cs"/>
              </a:rPr>
              <a:t>。</a:t>
            </a:r>
            <a:r>
              <a:rPr lang="en-US" altLang="zh-CN" sz="1600" b="0" i="0" kern="1200">
                <a:solidFill>
                  <a:schemeClr val="tx1"/>
                </a:solidFill>
                <a:effectLst/>
                <a:latin typeface="微软雅黑" panose="020B0503020204020204" charset="-122"/>
                <a:ea typeface="微软雅黑" panose="020B0503020204020204" charset="-122"/>
                <a:cs typeface="+mn-cs"/>
              </a:rPr>
              <a:t>Chrome</a:t>
            </a:r>
            <a:r>
              <a:rPr lang="zh-CN" altLang="en-US" sz="1600" b="0" i="0" kern="1200">
                <a:solidFill>
                  <a:schemeClr val="tx1"/>
                </a:solidFill>
                <a:effectLst/>
                <a:latin typeface="微软雅黑" panose="020B0503020204020204" charset="-122"/>
                <a:ea typeface="微软雅黑" panose="020B0503020204020204" charset="-122"/>
                <a:cs typeface="+mn-cs"/>
              </a:rPr>
              <a:t>开始的时候是没有</a:t>
            </a:r>
            <a:r>
              <a:rPr lang="en-US" altLang="zh-CN" sz="1600" b="0" i="0" kern="1200">
                <a:solidFill>
                  <a:schemeClr val="tx1"/>
                </a:solidFill>
                <a:effectLst/>
                <a:latin typeface="微软雅黑" panose="020B0503020204020204" charset="-122"/>
                <a:ea typeface="微软雅黑" panose="020B0503020204020204" charset="-122"/>
                <a:cs typeface="+mn-cs"/>
              </a:rPr>
              <a:t>GPU</a:t>
            </a:r>
            <a:r>
              <a:rPr lang="zh-CN" altLang="en-US" sz="1600" b="0" i="0" kern="1200">
                <a:solidFill>
                  <a:schemeClr val="tx1"/>
                </a:solidFill>
                <a:effectLst/>
                <a:latin typeface="微软雅黑" panose="020B0503020204020204" charset="-122"/>
                <a:ea typeface="微软雅黑" panose="020B0503020204020204" charset="-122"/>
                <a:cs typeface="+mn-cs"/>
              </a:rPr>
              <a:t>进程的，</a:t>
            </a:r>
            <a:r>
              <a:rPr lang="en-US" altLang="zh-CN" sz="1600" b="0" i="0" kern="1200">
                <a:solidFill>
                  <a:schemeClr val="tx1"/>
                </a:solidFill>
                <a:effectLst/>
                <a:latin typeface="微软雅黑" panose="020B0503020204020204" charset="-122"/>
                <a:ea typeface="微软雅黑" panose="020B0503020204020204" charset="-122"/>
                <a:cs typeface="+mn-cs"/>
              </a:rPr>
              <a:t>GPU</a:t>
            </a:r>
            <a:r>
              <a:rPr lang="zh-CN" altLang="en-US" sz="1600" b="0" i="0" kern="1200">
                <a:solidFill>
                  <a:schemeClr val="tx1"/>
                </a:solidFill>
                <a:effectLst/>
                <a:latin typeface="微软雅黑" panose="020B0503020204020204" charset="-122"/>
                <a:ea typeface="微软雅黑" panose="020B0503020204020204" charset="-122"/>
                <a:cs typeface="+mn-cs"/>
              </a:rPr>
              <a:t>使用的初衷是为了实现</a:t>
            </a:r>
            <a:r>
              <a:rPr lang="en-US" altLang="zh-CN" sz="1600" b="0" i="0" kern="1200">
                <a:solidFill>
                  <a:schemeClr val="tx1"/>
                </a:solidFill>
                <a:effectLst/>
                <a:latin typeface="微软雅黑" panose="020B0503020204020204" charset="-122"/>
                <a:ea typeface="微软雅黑" panose="020B0503020204020204" charset="-122"/>
                <a:cs typeface="+mn-cs"/>
              </a:rPr>
              <a:t>3D CSS</a:t>
            </a:r>
            <a:r>
              <a:rPr lang="zh-CN" altLang="en-US" sz="1600" b="0" i="0" kern="1200">
                <a:solidFill>
                  <a:schemeClr val="tx1"/>
                </a:solidFill>
                <a:effectLst/>
                <a:latin typeface="微软雅黑" panose="020B0503020204020204" charset="-122"/>
                <a:ea typeface="微软雅黑" panose="020B0503020204020204" charset="-122"/>
                <a:cs typeface="+mn-cs"/>
              </a:rPr>
              <a:t>效果，随后网页，</a:t>
            </a:r>
            <a:r>
              <a:rPr lang="en-US" altLang="zh-CN" sz="1600" b="0" i="0" kern="1200">
                <a:solidFill>
                  <a:schemeClr val="tx1"/>
                </a:solidFill>
                <a:effectLst/>
                <a:latin typeface="微软雅黑" panose="020B0503020204020204" charset="-122"/>
                <a:ea typeface="微软雅黑" panose="020B0503020204020204" charset="-122"/>
                <a:cs typeface="+mn-cs"/>
              </a:rPr>
              <a:t>Chrome</a:t>
            </a:r>
            <a:r>
              <a:rPr lang="zh-CN" altLang="en-US" sz="1600" b="0" i="0" kern="1200">
                <a:solidFill>
                  <a:schemeClr val="tx1"/>
                </a:solidFill>
                <a:effectLst/>
                <a:latin typeface="微软雅黑" panose="020B0503020204020204" charset="-122"/>
                <a:ea typeface="微软雅黑" panose="020B0503020204020204" charset="-122"/>
                <a:cs typeface="+mn-cs"/>
              </a:rPr>
              <a:t>的</a:t>
            </a:r>
            <a:r>
              <a:rPr lang="en-US" altLang="zh-CN" sz="1600" b="0" i="0" kern="1200">
                <a:solidFill>
                  <a:schemeClr val="tx1"/>
                </a:solidFill>
                <a:effectLst/>
                <a:latin typeface="微软雅黑" panose="020B0503020204020204" charset="-122"/>
                <a:ea typeface="微软雅黑" panose="020B0503020204020204" charset="-122"/>
                <a:cs typeface="+mn-cs"/>
              </a:rPr>
              <a:t>UI</a:t>
            </a:r>
            <a:r>
              <a:rPr lang="zh-CN" altLang="en-US" sz="1600" b="0" i="0" kern="1200">
                <a:solidFill>
                  <a:schemeClr val="tx1"/>
                </a:solidFill>
                <a:effectLst/>
                <a:latin typeface="微软雅黑" panose="020B0503020204020204" charset="-122"/>
                <a:ea typeface="微软雅黑" panose="020B0503020204020204" charset="-122"/>
                <a:cs typeface="+mn-cs"/>
              </a:rPr>
              <a:t>界面都选择</a:t>
            </a:r>
            <a:r>
              <a:rPr lang="en-US" altLang="zh-CN" sz="1600" b="0" i="0" kern="1200">
                <a:solidFill>
                  <a:schemeClr val="tx1"/>
                </a:solidFill>
                <a:effectLst/>
                <a:latin typeface="微软雅黑" panose="020B0503020204020204" charset="-122"/>
                <a:ea typeface="微软雅黑" panose="020B0503020204020204" charset="-122"/>
                <a:cs typeface="+mn-cs"/>
              </a:rPr>
              <a:t>GPU</a:t>
            </a:r>
            <a:r>
              <a:rPr lang="zh-CN" altLang="en-US" sz="1600" b="0" i="0" kern="1200">
                <a:solidFill>
                  <a:schemeClr val="tx1"/>
                </a:solidFill>
                <a:effectLst/>
                <a:latin typeface="微软雅黑" panose="020B0503020204020204" charset="-122"/>
                <a:ea typeface="微软雅黑" panose="020B0503020204020204" charset="-122"/>
                <a:cs typeface="+mn-cs"/>
              </a:rPr>
              <a:t>来绘制，这使得</a:t>
            </a:r>
            <a:r>
              <a:rPr lang="en-US" altLang="zh-CN" sz="1600" b="0" i="0" kern="1200">
                <a:solidFill>
                  <a:schemeClr val="tx1"/>
                </a:solidFill>
                <a:effectLst/>
                <a:latin typeface="微软雅黑" panose="020B0503020204020204" charset="-122"/>
                <a:ea typeface="微软雅黑" panose="020B0503020204020204" charset="-122"/>
                <a:cs typeface="+mn-cs"/>
              </a:rPr>
              <a:t>GPU</a:t>
            </a:r>
            <a:r>
              <a:rPr lang="zh-CN" altLang="en-US" sz="1600" b="0" i="0" kern="1200">
                <a:solidFill>
                  <a:schemeClr val="tx1"/>
                </a:solidFill>
                <a:effectLst/>
                <a:latin typeface="微软雅黑" panose="020B0503020204020204" charset="-122"/>
                <a:ea typeface="微软雅黑" panose="020B0503020204020204" charset="-122"/>
                <a:cs typeface="+mn-cs"/>
              </a:rPr>
              <a:t>成为浏览器普遍的需求。最后，</a:t>
            </a:r>
            <a:r>
              <a:rPr lang="en-US" altLang="zh-CN" sz="1600" b="0" i="0" kern="1200">
                <a:solidFill>
                  <a:schemeClr val="tx1"/>
                </a:solidFill>
                <a:effectLst/>
                <a:latin typeface="微软雅黑" panose="020B0503020204020204" charset="-122"/>
                <a:ea typeface="微软雅黑" panose="020B0503020204020204" charset="-122"/>
                <a:cs typeface="+mn-cs"/>
              </a:rPr>
              <a:t>Chrome</a:t>
            </a:r>
            <a:r>
              <a:rPr lang="zh-CN" altLang="en-US" sz="1600" b="0" i="0" kern="1200">
                <a:solidFill>
                  <a:schemeClr val="tx1"/>
                </a:solidFill>
                <a:effectLst/>
                <a:latin typeface="微软雅黑" panose="020B0503020204020204" charset="-122"/>
                <a:ea typeface="微软雅黑" panose="020B0503020204020204" charset="-122"/>
                <a:cs typeface="+mn-cs"/>
              </a:rPr>
              <a:t>在其多进程架构上也引入了</a:t>
            </a:r>
            <a:r>
              <a:rPr lang="en-US" altLang="zh-CN" sz="1600" b="0" i="0" kern="1200">
                <a:solidFill>
                  <a:schemeClr val="tx1"/>
                </a:solidFill>
                <a:effectLst/>
                <a:latin typeface="微软雅黑" panose="020B0503020204020204" charset="-122"/>
                <a:ea typeface="微软雅黑" panose="020B0503020204020204" charset="-122"/>
                <a:cs typeface="+mn-cs"/>
              </a:rPr>
              <a:t>GPU</a:t>
            </a:r>
            <a:r>
              <a:rPr lang="zh-CN" altLang="en-US" sz="1600" b="0" i="0" kern="1200">
                <a:solidFill>
                  <a:schemeClr val="tx1"/>
                </a:solidFill>
                <a:effectLst/>
                <a:latin typeface="微软雅黑" panose="020B0503020204020204" charset="-122"/>
                <a:ea typeface="微软雅黑" panose="020B0503020204020204" charset="-122"/>
                <a:cs typeface="+mn-cs"/>
              </a:rPr>
              <a:t>进程</a:t>
            </a:r>
            <a:endParaRPr lang="en-US" altLang="zh-CN" sz="1600" b="0" i="0" kern="1200">
              <a:solidFill>
                <a:schemeClr val="tx1"/>
              </a:solidFill>
              <a:effectLst/>
              <a:latin typeface="微软雅黑" panose="020B0503020204020204" charset="-122"/>
              <a:ea typeface="微软雅黑" panose="020B0503020204020204" charset="-122"/>
              <a:cs typeface="+mn-cs"/>
            </a:endParaRPr>
          </a:p>
          <a:p>
            <a:r>
              <a:rPr lang="zh-CN" altLang="en-US" sz="1600" b="1" i="0" kern="1200">
                <a:solidFill>
                  <a:schemeClr val="tx1"/>
                </a:solidFill>
                <a:effectLst/>
                <a:latin typeface="微软雅黑" panose="020B0503020204020204" charset="-122"/>
                <a:ea typeface="微软雅黑" panose="020B0503020204020204" charset="-122"/>
                <a:cs typeface="+mn-cs"/>
              </a:rPr>
              <a:t>网络进程</a:t>
            </a:r>
            <a:r>
              <a:rPr lang="zh-CN" altLang="en-US" sz="1600" b="0" i="0" kern="1200">
                <a:solidFill>
                  <a:schemeClr val="tx1"/>
                </a:solidFill>
                <a:effectLst/>
                <a:latin typeface="微软雅黑" panose="020B0503020204020204" charset="-122"/>
                <a:ea typeface="微软雅黑" panose="020B0503020204020204" charset="-122"/>
                <a:cs typeface="+mn-cs"/>
              </a:rPr>
              <a:t>。主要负责页面的网络资源加载，之前是作为一个模块运行在浏览器进程里面的，直至最近才独立出来，成为一个单独的进程</a:t>
            </a:r>
          </a:p>
          <a:p>
            <a:r>
              <a:rPr lang="zh-CN" altLang="en-US" sz="1600" b="1" i="0" kern="1200">
                <a:solidFill>
                  <a:schemeClr val="tx1"/>
                </a:solidFill>
                <a:effectLst/>
                <a:latin typeface="微软雅黑" panose="020B0503020204020204" charset="-122"/>
                <a:ea typeface="微软雅黑" panose="020B0503020204020204" charset="-122"/>
                <a:cs typeface="+mn-cs"/>
              </a:rPr>
              <a:t>插件进程</a:t>
            </a:r>
            <a:r>
              <a:rPr lang="zh-CN" altLang="en-US" sz="1600" b="0" i="0" kern="1200">
                <a:solidFill>
                  <a:schemeClr val="tx1"/>
                </a:solidFill>
                <a:effectLst/>
                <a:latin typeface="微软雅黑" panose="020B0503020204020204" charset="-122"/>
                <a:ea typeface="微软雅黑" panose="020B0503020204020204" charset="-122"/>
                <a:cs typeface="+mn-cs"/>
              </a:rPr>
              <a:t>。主要是负责插件的运行，因插件易崩溃，所以需要通过插件进程来隔离，以保证插件进程崩溃不会对浏览器和页面造成影响</a:t>
            </a: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600" b="0" i="0" kern="1200">
                <a:solidFill>
                  <a:schemeClr val="tx1"/>
                </a:solidFill>
                <a:effectLst/>
                <a:latin typeface="微软雅黑" panose="020B0503020204020204" charset="-122"/>
                <a:ea typeface="微软雅黑" panose="020B0503020204020204" charset="-122"/>
                <a:cs typeface="+mn-cs"/>
              </a:rPr>
              <a:t>多进程架构解决了单进程架构的不稳定，不流畅问题，同时多进程架构引进的安全沙箱</a:t>
            </a:r>
            <a:endParaRPr lang="en-US" altLang="zh-CN" sz="1600" b="0" i="0" kern="1200">
              <a:solidFill>
                <a:schemeClr val="tx1"/>
              </a:solidFill>
              <a:effectLst/>
              <a:latin typeface="微软雅黑" panose="020B0503020204020204" charset="-122"/>
              <a:ea typeface="微软雅黑" panose="020B0503020204020204" charset="-122"/>
              <a:cs typeface="+mn-cs"/>
            </a:endParaRPr>
          </a:p>
          <a:p>
            <a:endParaRPr lang="en-US" altLang="zh-CN" sz="1600" b="0" i="0" kern="1200">
              <a:solidFill>
                <a:schemeClr val="tx1"/>
              </a:solidFill>
              <a:effectLst/>
              <a:latin typeface="微软雅黑" panose="020B0503020204020204" charset="-122"/>
              <a:ea typeface="微软雅黑" panose="020B0503020204020204" charset="-122"/>
              <a:cs typeface="+mn-cs"/>
            </a:endParaRPr>
          </a:p>
          <a:p>
            <a:endParaRPr lang="en-US" altLang="zh-CN" sz="1600" b="0" i="0" kern="1200">
              <a:solidFill>
                <a:schemeClr val="tx1"/>
              </a:solidFill>
              <a:effectLst/>
              <a:latin typeface="微软雅黑" panose="020B0503020204020204" charset="-122"/>
              <a:ea typeface="微软雅黑" panose="020B0503020204020204" charset="-122"/>
              <a:cs typeface="+mn-cs"/>
            </a:endParaRPr>
          </a:p>
          <a:p>
            <a:r>
              <a:rPr lang="zh-CN" altLang="en-US"/>
              <a:t>https://www.jianshu.com/p/658e8ae3ebf2</a:t>
            </a:r>
          </a:p>
          <a:p>
            <a:r>
              <a:rPr lang="zh-CN" altLang="en-US"/>
              <a:t>第一张图是</a:t>
            </a:r>
            <a:r>
              <a:rPr lang="en-US" altLang="zh-CN"/>
              <a:t>Chrome</a:t>
            </a:r>
            <a:r>
              <a:rPr lang="zh-CN" altLang="en-US"/>
              <a:t>目前的多进程架构，第二张图是安全视角下的架构图，结合这两张图可以看出浏览器主要包括1个浏览器（Browser）主进程、1个 GPU 进程、1个网络（NetWork）进程、多个渲染进程和多个插件进程；进程之间通过</a:t>
            </a:r>
            <a:r>
              <a:rPr lang="en-US" altLang="zh-CN"/>
              <a:t>IPC</a:t>
            </a:r>
            <a:r>
              <a:rPr lang="zh-CN" altLang="en-US"/>
              <a:t>机制通信；</a:t>
            </a:r>
          </a:p>
          <a:p>
            <a:r>
              <a:rPr lang="zh-CN" altLang="en-US"/>
              <a:t>浏览器进程负责子进程管理；（主要负责界面显示、用户交互、子进程管理，同时提供存储等功能。）</a:t>
            </a:r>
          </a:p>
          <a:p>
            <a:r>
              <a:rPr lang="zh-CN" altLang="en-US"/>
              <a:t>渲染进程。负责</a:t>
            </a:r>
            <a:r>
              <a:rPr lang="en-US" altLang="zh-CN"/>
              <a:t>HTML</a:t>
            </a:r>
            <a:r>
              <a:rPr lang="zh-CN" altLang="en-US"/>
              <a:t>，</a:t>
            </a:r>
            <a:r>
              <a:rPr lang="en-US" altLang="zh-CN"/>
              <a:t>CSS,JS</a:t>
            </a:r>
            <a:r>
              <a:rPr lang="zh-CN" altLang="zh-CN"/>
              <a:t>解析图片解码等，排版引擎（</a:t>
            </a:r>
            <a:r>
              <a:rPr lang="zh-CN" altLang="en-US">
                <a:sym typeface="+mn-ea"/>
              </a:rPr>
              <a:t>Blink</a:t>
            </a:r>
            <a:r>
              <a:rPr lang="zh-CN" altLang="zh-CN"/>
              <a:t>），</a:t>
            </a:r>
            <a:r>
              <a:rPr lang="en-US" altLang="zh-CN"/>
              <a:t>JS</a:t>
            </a:r>
            <a:r>
              <a:rPr lang="zh-CN" altLang="en-US"/>
              <a:t>引擎</a:t>
            </a:r>
            <a:r>
              <a:rPr lang="en-US" altLang="zh-CN"/>
              <a:t>V8</a:t>
            </a:r>
            <a:r>
              <a:rPr lang="zh-CN" altLang="en-US"/>
              <a:t>都是运行在这个进程中， Chrome 将同一站点（包含了相同根域名和相同协议的地址）中相互关联的页面放到同一个渲染进程中执行。</a:t>
            </a:r>
          </a:p>
          <a:p>
            <a:r>
              <a:rPr lang="zh-CN" altLang="en-US"/>
              <a:t>GPU进程。其实，Chrome刚开始发布的时候是没有GPU进程的。而GPU的使用初衷是为了实现3D CSS的效果，只是随后网页、Chrome的UI界面都选择采用GPU来绘制，这使得GPU成为浏览器普遍的需求。最后，Chrome在其多进程架构上也引入了GPU进程。</a:t>
            </a:r>
          </a:p>
          <a:p>
            <a:r>
              <a:rPr lang="zh-CN" altLang="en-US"/>
              <a:t>网络进程。主要负责页面的网络资源加载，之前是作为一个模块运行在浏览器进程里面的，直至最近才独立出来，成为一个单独的进程。</a:t>
            </a:r>
          </a:p>
          <a:p>
            <a:r>
              <a:rPr lang="zh-CN" altLang="en-US"/>
              <a:t>插件进程。主要是负责插件的运行，</a:t>
            </a:r>
            <a:r>
              <a:rPr lang="en-US" altLang="zh-CN"/>
              <a:t>(</a:t>
            </a:r>
            <a:r>
              <a:rPr lang="zh-CN" altLang="en-US"/>
              <a:t>因插件易崩溃，所以需要通过插件进程来隔离，以保证插件进程崩溃不会对浏览器和页面造成影响</a:t>
            </a:r>
            <a:r>
              <a:rPr lang="en-US" altLang="zh-CN"/>
              <a:t>)</a:t>
            </a:r>
          </a:p>
          <a:p>
            <a:r>
              <a:rPr lang="zh-CN" altLang="en-US"/>
              <a:t>所以打开1个页面，至少有4个进程，因为打开1个页面至少需要1个网络进程、1个浏览器进程、1个GPU进程以及1个渲染进程，共4个；如果打开的页面有运行插件的话，还需要再加上1个插件进程。</a:t>
            </a:r>
          </a:p>
          <a:p>
            <a:endParaRPr lang="zh-CN" altLang="en-US"/>
          </a:p>
          <a:p>
            <a:r>
              <a:rPr lang="zh-CN" altLang="en-US"/>
              <a:t>当一个页面执行了一个死循环的脚本，下载一个插件导致整个页面崩溃了</a:t>
            </a:r>
            <a:r>
              <a:rPr lang="en-US" altLang="zh-CN"/>
              <a:t> </a:t>
            </a:r>
            <a:r>
              <a:rPr lang="zh-CN" altLang="en-US"/>
              <a:t>影响的也只是这一个页面或者进程</a:t>
            </a:r>
            <a:r>
              <a:rPr lang="en-US" altLang="zh-CN"/>
              <a:t> </a:t>
            </a:r>
            <a:r>
              <a:rPr lang="zh-CN" altLang="en-US"/>
              <a:t>不会影响浏览器和其他的页面；相对之前的单进程架构更加的流畅和稳定；</a:t>
            </a:r>
          </a:p>
          <a:p>
            <a:r>
              <a:rPr lang="zh-CN" altLang="en-US"/>
              <a:t>多进程架构另外一个特点也是使系统更加的安全，因为能够使用安全沙箱；举一个典型的例子，下载网络请求过程是在浏览器内核里实现的，然后浏览器内核将读取的结果通过</a:t>
            </a:r>
            <a:r>
              <a:rPr lang="en-US" altLang="zh-CN"/>
              <a:t>IPC</a:t>
            </a:r>
            <a:r>
              <a:rPr lang="zh-CN" altLang="en-US"/>
              <a:t>机制给渲染进程，通过渲染进程来解析，如果脚本是恶意程序，在浏览器内核只有下载过程，没有执行，程序没有生效，虽然在渲染进程里解析，但是渲染进程被放在了沙箱里，就防止了在你的磁盘写入数据或者在敏感位置去读数据</a:t>
            </a:r>
          </a:p>
          <a:p>
            <a:r>
              <a:rPr lang="en-US" altLang="zh-CN"/>
              <a:t> </a:t>
            </a:r>
          </a:p>
          <a:p>
            <a:r>
              <a:rPr lang="zh-CN" altLang="en-US"/>
              <a:t>这两张图是</a:t>
            </a:r>
            <a:r>
              <a:rPr lang="en-US" altLang="zh-CN">
                <a:sym typeface="+mn-ea"/>
              </a:rPr>
              <a:t>Chrome</a:t>
            </a:r>
            <a:r>
              <a:rPr lang="zh-CN" altLang="en-US">
                <a:sym typeface="+mn-ea"/>
              </a:rPr>
              <a:t>未来的一个发展方向</a:t>
            </a:r>
            <a:r>
              <a:rPr lang="en-US" altLang="zh-CN">
                <a:sym typeface="+mn-ea"/>
              </a:rPr>
              <a:t> </a:t>
            </a:r>
            <a:r>
              <a:rPr lang="zh-CN" altLang="en-US">
                <a:sym typeface="+mn-ea"/>
              </a:rPr>
              <a:t>就是</a:t>
            </a:r>
            <a:r>
              <a:rPr lang="en-US" altLang="zh-CN">
                <a:sym typeface="+mn-ea"/>
              </a:rPr>
              <a:t>现代操作系统所采用的“面向服务的架构”</a:t>
            </a:r>
            <a:r>
              <a:rPr lang="zh-CN" altLang="en-US">
                <a:sym typeface="+mn-ea"/>
              </a:rPr>
              <a:t>，各个模块独立成单独的服务，在独立的进程中运行，访问服务通过定义好的接口，更加的松耦合，易扩展</a:t>
            </a:r>
          </a:p>
          <a:p>
            <a:r>
              <a:rPr lang="en-US" altLang="zh-CN">
                <a:sym typeface="+mn-ea"/>
              </a:rPr>
              <a:t>在资源受限的设备上，Chrome会将很多服务整合到一个进程中，从而节省内存占用。</a:t>
            </a:r>
            <a:endParaRPr lang="en-US" altLang="zh-CN"/>
          </a:p>
          <a:p>
            <a:endParaRPr lang="zh-CN" altLang="en-US">
              <a:sym typeface="+mn-ea"/>
            </a:endParaRPr>
          </a:p>
          <a:p>
            <a:endParaRPr lang="zh-CN" altLang="en-US"/>
          </a:p>
          <a:p>
            <a:r>
              <a:rPr lang="zh-CN" altLang="en-US"/>
              <a:t>图</a:t>
            </a:r>
            <a:r>
              <a:rPr lang="en-US" altLang="zh-CN"/>
              <a:t>3</a:t>
            </a:r>
            <a:r>
              <a:rPr lang="zh-CN" altLang="en-US"/>
              <a:t>和图</a:t>
            </a:r>
            <a:r>
              <a:rPr lang="en-US" altLang="zh-CN"/>
              <a:t>4</a:t>
            </a:r>
            <a:r>
              <a:rPr lang="zh-CN" altLang="en-US"/>
              <a:t>是</a:t>
            </a:r>
            <a:r>
              <a:rPr lang="en-US" altLang="zh-CN"/>
              <a:t>Chrome</a:t>
            </a:r>
            <a:r>
              <a:rPr lang="zh-CN" altLang="en-US"/>
              <a:t>未来的一个发展方向</a:t>
            </a:r>
            <a:r>
              <a:rPr lang="en-US" altLang="zh-CN"/>
              <a:t> </a:t>
            </a:r>
            <a:r>
              <a:rPr lang="zh-CN" altLang="en-US"/>
              <a:t>就是</a:t>
            </a:r>
            <a:r>
              <a:rPr lang="en-US" altLang="zh-CN"/>
              <a:t>现代操作系统所采用的“面向服务的架构”，原来的各种模块会被重构成独立的服务（Service），每个服务（Service）都可以在独立的进程中运行，访问服务（Service）必须使用定义好的接口，通过IPC来通信，</a:t>
            </a:r>
            <a:r>
              <a:rPr lang="zh-CN" altLang="en-US"/>
              <a:t>使系统更加的松耦合，易于扩展</a:t>
            </a:r>
            <a:endParaRPr lang="en-US" altLang="zh-CN"/>
          </a:p>
          <a:p>
            <a:r>
              <a:rPr lang="zh-CN" altLang="en-US"/>
              <a:t>（</a:t>
            </a:r>
            <a:r>
              <a:rPr lang="en-US" altLang="zh-CN"/>
              <a:t>从而构建一个更内聚、松耦合、易于维护和扩展的系统</a:t>
            </a:r>
            <a:r>
              <a:rPr lang="zh-CN" altLang="en-US"/>
              <a:t>）</a:t>
            </a:r>
            <a:endParaRPr lang="en-US" altLang="zh-CN"/>
          </a:p>
          <a:p>
            <a:r>
              <a:rPr lang="en-US" altLang="zh-CN"/>
              <a:t>如果在资源受限的设备上，Chrome会将很多服务整合到一个进程中，从而节省内存占用。</a:t>
            </a:r>
          </a:p>
          <a:p>
            <a:endParaRPr lang="en-US" altLang="zh-CN"/>
          </a:p>
          <a:p>
            <a:endParaRPr lang="en-US" altLang="zh-CN"/>
          </a:p>
          <a:p>
            <a:endParaRPr lang="en-US" altLang="zh-CN"/>
          </a:p>
          <a:p>
            <a:r>
              <a:rPr lang="zh-CN" altLang="en-US">
                <a:sym typeface="+mn-ea"/>
              </a:rPr>
              <a:t>多进程架构的引入能够使用安全沙箱</a:t>
            </a:r>
            <a:endParaRPr lang="zh-CN" altLang="en-US"/>
          </a:p>
          <a:p>
            <a:endParaRPr lang="zh-CN" altLang="en-US"/>
          </a:p>
          <a:p>
            <a:r>
              <a:rPr lang="zh-CN" altLang="en-US">
                <a:sym typeface="+mn-ea"/>
              </a:rPr>
              <a:t>在多进程架构里，当一个页面或者插件崩溃时，影响到的仅仅是当前的页面进程或者插件进程，并不会影响到浏览器和其他页面，相对单进程架构的整个浏览器崩溃，更稳定；</a:t>
            </a:r>
          </a:p>
          <a:p>
            <a:r>
              <a:rPr lang="zh-CN" altLang="en-US">
                <a:sym typeface="+mn-ea"/>
              </a:rPr>
              <a:t>如果执行了一个死循环的脚本，影响的也只是当前页面；</a:t>
            </a:r>
          </a:p>
          <a:p>
            <a:r>
              <a:rPr lang="zh-CN" altLang="en-US">
                <a:sym typeface="+mn-ea"/>
              </a:rPr>
              <a:t>同时引入多进程也能使用安全沙箱，使系统更加安全，下载，网络请求这些不可预知的资源都是放在浏览器内核里的</a:t>
            </a:r>
            <a:r>
              <a:rPr lang="en-US" altLang="zh-CN">
                <a:sym typeface="+mn-ea"/>
              </a:rPr>
              <a:t> </a:t>
            </a:r>
            <a:r>
              <a:rPr lang="zh-CN" altLang="en-US">
                <a:sym typeface="+mn-ea"/>
              </a:rPr>
              <a:t>只要不执行程序就不会生效，但是对这些资源的解析就要非常小心了，比如</a:t>
            </a:r>
            <a:r>
              <a:rPr lang="en-US" altLang="zh-CN">
                <a:sym typeface="+mn-ea"/>
              </a:rPr>
              <a:t>HTML </a:t>
            </a:r>
            <a:r>
              <a:rPr lang="zh-CN" altLang="en-US">
                <a:sym typeface="+mn-ea"/>
              </a:rPr>
              <a:t>，</a:t>
            </a:r>
            <a:r>
              <a:rPr lang="en-US" altLang="zh-CN">
                <a:sym typeface="+mn-ea"/>
              </a:rPr>
              <a:t>CSS</a:t>
            </a:r>
            <a:r>
              <a:rPr lang="zh-CN" altLang="en-US">
                <a:sym typeface="+mn-ea"/>
              </a:rPr>
              <a:t>，</a:t>
            </a:r>
            <a:r>
              <a:rPr lang="en-US" altLang="zh-CN">
                <a:sym typeface="+mn-ea"/>
              </a:rPr>
              <a:t>JS</a:t>
            </a:r>
            <a:r>
              <a:rPr lang="zh-CN" altLang="en-US">
                <a:sym typeface="+mn-ea"/>
              </a:rPr>
              <a:t>，一不小心他们可能就会攻击浏览器系统，这也是为什么渲染进程会放在沙箱里，防止在你的硬盘上写入数据，或者在敏感位置读取数据。</a:t>
            </a:r>
            <a:endParaRPr lang="zh-CN" altLang="en-US"/>
          </a:p>
          <a:p>
            <a:r>
              <a:rPr lang="zh-CN" altLang="en-US">
                <a:sym typeface="+mn-ea"/>
              </a:rPr>
              <a:t>如果渲染进程想要读取</a:t>
            </a:r>
            <a:r>
              <a:rPr lang="en-US" altLang="zh-CN">
                <a:sym typeface="+mn-ea"/>
              </a:rPr>
              <a:t>cookie</a:t>
            </a:r>
            <a:r>
              <a:rPr lang="zh-CN" altLang="en-US">
                <a:sym typeface="+mn-ea"/>
              </a:rPr>
              <a:t>或者缓存的文件，渲染进程会将读取的信息通过</a:t>
            </a:r>
            <a:r>
              <a:rPr lang="en-US" altLang="zh-CN">
                <a:sym typeface="+mn-ea"/>
              </a:rPr>
              <a:t>IPC</a:t>
            </a:r>
            <a:r>
              <a:rPr lang="zh-CN" altLang="en-US">
                <a:sym typeface="+mn-ea"/>
              </a:rPr>
              <a:t>发送浏览器内核，然后浏览器读取完之后再将结果返回给渲染进程</a:t>
            </a:r>
            <a:endParaRPr lang="zh-CN" altLang="en-US"/>
          </a:p>
          <a:p>
            <a:endParaRPr lang="en-US" altLang="zh-CN" sz="1600" b="0" i="0" kern="1200">
              <a:solidFill>
                <a:schemeClr val="tx1"/>
              </a:solidFill>
              <a:effectLst/>
              <a:latin typeface="微软雅黑" panose="020B0503020204020204" charset="-122"/>
              <a:ea typeface="微软雅黑" panose="020B0503020204020204" charset="-122"/>
              <a:cs typeface="+mn-cs"/>
            </a:endParaRPr>
          </a:p>
        </p:txBody>
      </p:sp>
    </p:spTree>
    <p:extLst>
      <p:ext uri="{BB962C8B-B14F-4D97-AF65-F5344CB8AC3E}">
        <p14:creationId xmlns:p14="http://schemas.microsoft.com/office/powerpoint/2010/main" val="19736900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https://blog.poetries.top/browser-working-principle/guide/part1/lesson04.html#_1-%E7%94%A8%E6%88%B7%E8%BE%93%E5%85%A5</a:t>
            </a:r>
            <a:endParaRPr lang="en-US" altLang="zh-CN"/>
          </a:p>
          <a:p>
            <a:endParaRPr lang="en-US" altLang="zh-CN"/>
          </a:p>
          <a:p>
            <a:pPr marL="0" marR="0" lvl="0" indent="0" algn="l" defTabSz="914400" rtl="0" eaLnBrk="1" fontAlgn="auto" latinLnBrk="0" hangingPunct="1">
              <a:lnSpc>
                <a:spcPct val="100000"/>
              </a:lnSpc>
              <a:spcBef>
                <a:spcPts val="0"/>
              </a:spcBef>
              <a:spcAft>
                <a:spcPts val="0"/>
              </a:spcAft>
              <a:buClrTx/>
              <a:buSzTx/>
              <a:buFontTx/>
              <a:buNone/>
              <a:defRPr/>
            </a:pPr>
            <a:r>
              <a:rPr lang="zh-CN" altLang="en-US"/>
              <a:t>[协议类型]://[访问资源需要的凭证信息]@[服务器地址]:[端口号]/[资源层级文件路径][文件名]?[查询参数]#[片段ID]</a:t>
            </a:r>
          </a:p>
          <a:p>
            <a:endParaRPr lang="zh-CN" altLang="en-US"/>
          </a:p>
          <a:p>
            <a:r>
              <a:rPr lang="zh-CN" altLang="en-US"/>
              <a:t>在地址栏中输入一个查询关键字时，地址栏会判断输入的关键字是搜索内容，还是请求的URL。组装协议构成完整的</a:t>
            </a:r>
            <a:r>
              <a:rPr lang="en-US" altLang="zh-CN"/>
              <a:t>URL</a:t>
            </a:r>
            <a:endParaRPr lang="zh-CN" altLang="en-US"/>
          </a:p>
          <a:p>
            <a:r>
              <a:rPr lang="en-US" altLang="zh-CN"/>
              <a:t> </a:t>
            </a:r>
            <a:r>
              <a:rPr lang="zh-CN" altLang="en-US"/>
              <a:t>按回车之后，浏览器就开始加载一个地址，标签页的图标进入加载状态，显示的页面还是之前打开的页面；</a:t>
            </a:r>
          </a:p>
          <a:p>
            <a:r>
              <a:rPr lang="zh-CN" altLang="en-US"/>
              <a:t>这个时候就进入了资源请求的过程，浏览器发送一个</a:t>
            </a:r>
            <a:r>
              <a:rPr lang="en-US" altLang="zh-CN"/>
              <a:t>URL</a:t>
            </a:r>
            <a:r>
              <a:rPr lang="zh-CN" altLang="en-US"/>
              <a:t>请求的消息给网络进程，网络进程接收到之后，就开始执行请求了；</a:t>
            </a:r>
          </a:p>
          <a:p>
            <a:r>
              <a:rPr lang="zh-CN" altLang="en-US"/>
              <a:t>首先网络进程会查找本地缓存是否缓存了该资源。如果有缓存资源，那么直接返回资源给浏览器进程；</a:t>
            </a:r>
          </a:p>
          <a:p>
            <a:r>
              <a:rPr lang="zh-CN" altLang="en-US"/>
              <a:t>如果没有就进入网络请求，</a:t>
            </a:r>
          </a:p>
          <a:p>
            <a:r>
              <a:rPr lang="zh-CN" altLang="en-US"/>
              <a:t>根据服务器端返回结果分三种情况来处理</a:t>
            </a:r>
          </a:p>
          <a:p>
            <a:r>
              <a:rPr lang="zh-CN" altLang="en-US"/>
              <a:t>如果服务器端返回的是</a:t>
            </a:r>
            <a:r>
              <a:rPr lang="en-US" altLang="zh-CN"/>
              <a:t>301</a:t>
            </a:r>
            <a:r>
              <a:rPr lang="zh-CN" altLang="en-US"/>
              <a:t>或者</a:t>
            </a:r>
            <a:r>
              <a:rPr lang="en-US" altLang="zh-CN"/>
              <a:t>302 </a:t>
            </a:r>
            <a:r>
              <a:rPr lang="zh-CN" altLang="en-US"/>
              <a:t>就根据</a:t>
            </a:r>
            <a:r>
              <a:rPr lang="en-US" altLang="zh-CN"/>
              <a:t>location</a:t>
            </a:r>
            <a:r>
              <a:rPr lang="zh-CN" altLang="zh-CN"/>
              <a:t>进行重定向</a:t>
            </a:r>
            <a:r>
              <a:rPr lang="en-US" altLang="zh-CN"/>
              <a:t> </a:t>
            </a:r>
            <a:r>
              <a:rPr lang="zh-CN" altLang="en-US"/>
              <a:t>从头开始；</a:t>
            </a:r>
          </a:p>
          <a:p>
            <a:r>
              <a:rPr lang="zh-CN" altLang="en-US"/>
              <a:t>如果返回类型是字节流类型，就会被提交给下载管理器，导航流程就结束了</a:t>
            </a:r>
          </a:p>
          <a:p>
            <a:r>
              <a:rPr lang="zh-CN" altLang="en-US"/>
              <a:t>如果是</a:t>
            </a:r>
            <a:r>
              <a:rPr lang="en-US" altLang="zh-CN"/>
              <a:t>HTML</a:t>
            </a:r>
            <a:r>
              <a:rPr lang="zh-CN" altLang="en-US"/>
              <a:t>类型就继续导航，准备渲染进程；</a:t>
            </a:r>
          </a:p>
          <a:p>
            <a:r>
              <a:rPr lang="zh-CN" altLang="en-US"/>
              <a:t>如果打开的</a:t>
            </a:r>
            <a:r>
              <a:rPr lang="en-US" altLang="zh-CN"/>
              <a:t>URL</a:t>
            </a:r>
            <a:r>
              <a:rPr lang="zh-CN" altLang="en-US"/>
              <a:t>地址和之前是同一个站点就复用之前的渲染进程，如果不是那么就新创建一个渲染进程；</a:t>
            </a:r>
          </a:p>
          <a:p>
            <a:r>
              <a:rPr lang="zh-CN" altLang="en-US"/>
              <a:t>浏览器进程就发送提交文档的消息给渲染进程，渲染进程就和网络进程建立管道进行数据的传输；</a:t>
            </a:r>
          </a:p>
          <a:p>
            <a:r>
              <a:rPr lang="zh-CN" altLang="en-US"/>
              <a:t>传输完成之后渲染进程提交确认文档的消息给浏览器进程；</a:t>
            </a:r>
          </a:p>
          <a:p>
            <a:r>
              <a:rPr lang="zh-CN" altLang="en-US"/>
              <a:t>然后渲染进程就进入页面解析和子资源的加载；</a:t>
            </a:r>
          </a:p>
          <a:p>
            <a:r>
              <a:rPr lang="zh-CN" altLang="en-US"/>
              <a:t>浏览器进程收到消息后会更新浏览器界面状态，包括了安全状态、地址栏的URL、前进后退的历史状态，并更新Web页面；</a:t>
            </a:r>
          </a:p>
          <a:p>
            <a:r>
              <a:rPr lang="zh-CN" altLang="en-US"/>
              <a:t>当渲染进程后面详细讲解</a:t>
            </a:r>
            <a:r>
              <a:rPr lang="en-US" altLang="zh-CN"/>
              <a:t> </a:t>
            </a:r>
            <a:r>
              <a:rPr lang="zh-CN" altLang="en-US"/>
              <a:t>一旦页面生成</a:t>
            </a:r>
            <a:r>
              <a:rPr lang="en-US" altLang="zh-CN"/>
              <a:t> </a:t>
            </a:r>
            <a:r>
              <a:rPr lang="zh-CN" altLang="en-US"/>
              <a:t>渲染进程就发送消息给浏览器进程，浏览器进程就停止标签页的加载动画</a:t>
            </a:r>
          </a:p>
          <a:p>
            <a:endParaRPr lang="zh-CN" altLang="en-US"/>
          </a:p>
          <a:p>
            <a:endParaRPr lang="zh-CN" altLang="en-US"/>
          </a:p>
          <a:p>
            <a:r>
              <a:rPr lang="zh-CN" altLang="en-US"/>
              <a:t>用户输入url并回车</a:t>
            </a:r>
          </a:p>
          <a:p>
            <a:r>
              <a:rPr lang="zh-CN" altLang="en-US"/>
              <a:t>浏览器进程检查url，组装协议，构成完整的url</a:t>
            </a:r>
          </a:p>
          <a:p>
            <a:r>
              <a:rPr lang="zh-CN" altLang="en-US"/>
              <a:t>浏览器进程通过进程间通信（IPC）把url请求发送给网络进程</a:t>
            </a:r>
          </a:p>
          <a:p>
            <a:r>
              <a:rPr lang="zh-CN" altLang="en-US"/>
              <a:t>网络进程接收到url请求后检查本地缓存是否缓存了该请求资源，如果有则将该资源返回给浏览器进程</a:t>
            </a:r>
          </a:p>
          <a:p>
            <a:r>
              <a:rPr lang="zh-CN" altLang="en-US"/>
              <a:t>如果没有，网络进程向web服务器发起http请求（网络请求），请求流程如下：</a:t>
            </a:r>
          </a:p>
          <a:p>
            <a:r>
              <a:rPr lang="zh-CN" altLang="en-US"/>
              <a:t>进行DNS解析，获取服务器ip地址，端口（端口是通过dns解析获取的吗？这里有个疑问）</a:t>
            </a:r>
          </a:p>
          <a:p>
            <a:r>
              <a:rPr lang="zh-CN" altLang="en-US"/>
              <a:t>利用ip地址和服务器建立tcp连接</a:t>
            </a:r>
          </a:p>
          <a:p>
            <a:r>
              <a:rPr lang="zh-CN" altLang="en-US"/>
              <a:t>构建请求头信息</a:t>
            </a:r>
          </a:p>
          <a:p>
            <a:r>
              <a:rPr lang="zh-CN" altLang="en-US"/>
              <a:t>发送请求头信息</a:t>
            </a:r>
          </a:p>
          <a:p>
            <a:r>
              <a:rPr lang="zh-CN" altLang="en-US"/>
              <a:t>服务器响应后，网络进程接收响应头和响应信息，并解析响应内容</a:t>
            </a:r>
          </a:p>
          <a:p>
            <a:r>
              <a:rPr lang="zh-CN" altLang="en-US"/>
              <a:t>网络进程解析响应流程；</a:t>
            </a:r>
          </a:p>
          <a:p>
            <a:r>
              <a:rPr lang="zh-CN" altLang="en-US"/>
              <a:t>检查状态码，如果是301/302，则需要重定向，从Location自动中读取地址，重新进行第4步 （301/302跳转也会读取本地缓存吗？这里有个疑问），如果是200，则继续处理请求。</a:t>
            </a:r>
          </a:p>
          <a:p>
            <a:r>
              <a:rPr lang="zh-CN" altLang="en-US"/>
              <a:t>200响应处理：检查响应类型Content-Type，如果是字节流类型，则将该请求提交给下载管理器，该导航流程结束，不再进行后续的渲染，如果是html则通知浏览器进程准备渲染进程准备进行渲染。</a:t>
            </a:r>
          </a:p>
          <a:p>
            <a:r>
              <a:rPr lang="zh-CN" altLang="en-US"/>
              <a:t>准备渲染进程</a:t>
            </a:r>
          </a:p>
          <a:p>
            <a:r>
              <a:rPr lang="zh-CN" altLang="en-US"/>
              <a:t>浏览器进程检查当前url是否和之前打开的渲染进程根域名是否相同，如果相同，则复用原来的进程，如果不同，则开启新的渲染进程</a:t>
            </a:r>
          </a:p>
          <a:p>
            <a:r>
              <a:rPr lang="zh-CN" altLang="en-US"/>
              <a:t>传输数据、更新状态</a:t>
            </a:r>
          </a:p>
          <a:p>
            <a:r>
              <a:rPr lang="zh-CN" altLang="en-US"/>
              <a:t>渲染进程准备好后，浏览器向渲染进程发起“提交文档”的消息，渲染进程接收到消息和网络进程建立传输数据的“管道”</a:t>
            </a:r>
          </a:p>
          <a:p>
            <a:r>
              <a:rPr lang="zh-CN" altLang="en-US"/>
              <a:t>渲染进程接收完数据后，向浏览器发送“确认提交”</a:t>
            </a:r>
          </a:p>
          <a:p>
            <a:r>
              <a:rPr lang="zh-CN" altLang="en-US"/>
              <a:t>浏览器进程接收到确认消息后更新浏览器界面状态：安全、地址栏url、前进后退的历史状态、更新web页面</a:t>
            </a:r>
          </a:p>
          <a:p>
            <a:endParaRPr lang="zh-CN" altLang="en-US"/>
          </a:p>
          <a:p>
            <a:r>
              <a:rPr lang="zh-CN" altLang="en-US">
                <a:sym typeface="+mn-ea"/>
              </a:rPr>
              <a:t>如果是搜索内容，地址栏会使用浏览器默认的搜索引擎，来合成新的带搜索关键字的URL。</a:t>
            </a:r>
            <a:endParaRPr lang="zh-CN" altLang="en-US"/>
          </a:p>
          <a:p>
            <a:r>
              <a:rPr lang="zh-CN" altLang="en-US">
                <a:sym typeface="+mn-ea"/>
              </a:rPr>
              <a:t>如果输入内容符合URL规则，就根据规则，组装协议，构成完整的</a:t>
            </a:r>
            <a:r>
              <a:rPr lang="en-US" altLang="zh-CN">
                <a:sym typeface="+mn-ea"/>
              </a:rPr>
              <a:t>URL</a:t>
            </a:r>
            <a:endParaRPr lang="en-US" altLang="zh-CN"/>
          </a:p>
          <a:p>
            <a:endParaRPr lang="zh-CN" altLang="en-US"/>
          </a:p>
        </p:txBody>
      </p:sp>
    </p:spTree>
    <p:extLst>
      <p:ext uri="{BB962C8B-B14F-4D97-AF65-F5344CB8AC3E}">
        <p14:creationId xmlns:p14="http://schemas.microsoft.com/office/powerpoint/2010/main" val="28345744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dns解析就是通过域名查找IP的过程。由于因特网的用户数量较多，采用的是层次树状结构的命名方法。我们在URL地址栏输入一个地址时，实际是省略了末尾的. 然后从右向左就是根级域名，顶级，二级域名，各级域名由其上一级的域名管理机构管理。</a:t>
            </a:r>
            <a:endParaRPr lang="zh-CN" altLang="en-US"/>
          </a:p>
          <a:p>
            <a:r>
              <a:rPr lang="zh-CN" altLang="en-US">
                <a:sym typeface="+mn-ea"/>
              </a:rPr>
              <a:t>一般的解析过程是先浏览器缓存，</a:t>
            </a:r>
            <a:r>
              <a:rPr lang="en-US" altLang="zh-CN">
                <a:sym typeface="+mn-ea"/>
              </a:rPr>
              <a:t>host</a:t>
            </a:r>
            <a:r>
              <a:rPr lang="zh-CN" altLang="zh-CN">
                <a:sym typeface="+mn-ea"/>
              </a:rPr>
              <a:t>文件，本地</a:t>
            </a:r>
            <a:r>
              <a:rPr lang="en-US" altLang="zh-CN">
                <a:sym typeface="+mn-ea"/>
              </a:rPr>
              <a:t>DNS</a:t>
            </a:r>
            <a:r>
              <a:rPr lang="zh-CN" altLang="en-US">
                <a:sym typeface="+mn-ea"/>
              </a:rPr>
              <a:t>缓存，这个过程一般采用递归查询，如果没有没有本地</a:t>
            </a:r>
            <a:r>
              <a:rPr lang="en-US" altLang="zh-CN">
                <a:sym typeface="+mn-ea"/>
              </a:rPr>
              <a:t>DNS</a:t>
            </a:r>
            <a:r>
              <a:rPr lang="zh-CN" altLang="en-US">
                <a:sym typeface="+mn-ea"/>
              </a:rPr>
              <a:t>服务器采用迭代查询的方式向其他服务器查找</a:t>
            </a:r>
            <a:endParaRPr lang="zh-CN" altLang="en-US"/>
          </a:p>
          <a:p>
            <a:endParaRPr lang="en-US" altLang="zh-CN"/>
          </a:p>
          <a:p>
            <a:endParaRPr lang="en-US" altLang="zh-CN"/>
          </a:p>
          <a:p>
            <a:endParaRPr lang="en-US" altLang="zh-CN"/>
          </a:p>
          <a:p>
            <a:r>
              <a:rPr lang="en-US" altLang="zh-CN"/>
              <a:t>https://juejin.cn/post/7104470720192708615</a:t>
            </a:r>
          </a:p>
          <a:p>
            <a:r>
              <a:rPr lang="en-US" altLang="zh-CN"/>
              <a:t>https://zhuanlan.zhihu.com/p/28305778</a:t>
            </a:r>
          </a:p>
          <a:p>
            <a:r>
              <a:rPr lang="en-US" altLang="zh-CN"/>
              <a:t>https://juejin.cn/post/7105715548826107918#heading-9</a:t>
            </a:r>
          </a:p>
          <a:p>
            <a:r>
              <a:rPr lang="zh-CN" altLang="en-US"/>
              <a:t>http://www.uml.org.cn/xjs/202203084.asp</a:t>
            </a:r>
          </a:p>
          <a:p>
            <a:endParaRPr lang="zh-CN" altLang="en-US"/>
          </a:p>
          <a:p>
            <a:r>
              <a:rPr lang="zh-CN" altLang="en-US">
                <a:sym typeface="+mn-ea"/>
              </a:rPr>
              <a:t>浏览器缓存——》系统hosts文件——》本地DNS解析器缓存——》本地域名服务器（本地配置区域资源、本地域名服务器缓存)——》根域名服务器——》主域名服务器——》下一级域名域名服务器 客户端——》本地域名服务器（递归查询) 本地域名服务器—》DNS服务器的交互查询是迭代查询</a:t>
            </a:r>
            <a:endParaRPr lang="en-US" altLang="zh-CN">
              <a:sym typeface="+mn-ea"/>
            </a:endParaRPr>
          </a:p>
          <a:p>
            <a:r>
              <a:rPr lang="en-US" altLang="zh-CN">
                <a:sym typeface="+mn-ea"/>
              </a:rPr>
              <a:t>DNS</a:t>
            </a:r>
            <a:r>
              <a:rPr lang="zh-CN" altLang="en-US" baseline="0">
                <a:sym typeface="+mn-ea"/>
              </a:rPr>
              <a:t>解析就是根据域名查出对应的</a:t>
            </a:r>
            <a:r>
              <a:rPr lang="en-US" altLang="zh-CN" baseline="0">
                <a:sym typeface="+mn-ea"/>
              </a:rPr>
              <a:t>IP</a:t>
            </a:r>
            <a:r>
              <a:rPr lang="zh-CN" altLang="en-US" baseline="0">
                <a:sym typeface="+mn-ea"/>
              </a:rPr>
              <a:t>地址</a:t>
            </a:r>
          </a:p>
          <a:p>
            <a:endParaRPr lang="zh-CN" altLang="en-US"/>
          </a:p>
          <a:p>
            <a:r>
              <a:rPr lang="en-US" altLang="zh-CN"/>
              <a:t> </a:t>
            </a:r>
            <a:endParaRPr lang="zh-CN" altLang="en-US"/>
          </a:p>
          <a:p>
            <a:endParaRPr lang="zh-CN" altLang="en-US"/>
          </a:p>
          <a:p>
            <a:endParaRPr lang="zh-CN" altLang="en-US"/>
          </a:p>
          <a:p>
            <a:r>
              <a:rPr lang="zh-CN" altLang="en-US"/>
              <a:t>在查询的时候先采用递归查询的方式向本地缓存服务器查询，查找顺序就是浏览器缓存-本地缓存-本地dns解析器缓存 ，如果有直接返回，如果没有本地dns服务器就采用迭代的方式向，向其他服务器查找，首先是根域名服务器，如果没有就返回顶级域名服务器的ip给本地服务器，然后本地服务器继续请求 ，按照这样的方式直到查询到目标域名的ip.</a:t>
            </a:r>
          </a:p>
        </p:txBody>
      </p:sp>
    </p:spTree>
    <p:extLst>
      <p:ext uri="{BB962C8B-B14F-4D97-AF65-F5344CB8AC3E}">
        <p14:creationId xmlns:p14="http://schemas.microsoft.com/office/powerpoint/2010/main" val="2953599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通过 DNS 获取到 IP 后，就可以把 HTTP 的传输工作交给操作系统中的协议栈。</a:t>
            </a:r>
            <a:r>
              <a:rPr lang="zh-CN" altLang="en-US"/>
              <a:t>没经过</a:t>
            </a:r>
            <a:r>
              <a:rPr lang="en-US" altLang="zh-CN"/>
              <a:t>一层</a:t>
            </a:r>
            <a:r>
              <a:rPr lang="zh-CN" altLang="en-US"/>
              <a:t>就</a:t>
            </a:r>
            <a:r>
              <a:rPr lang="en-US" altLang="zh-CN"/>
              <a:t>添加一个头部做一下处理，最后通过网卡转成电信号发送给交换机。</a:t>
            </a:r>
          </a:p>
          <a:p>
            <a:r>
              <a:rPr lang="en-US" altLang="zh-CN"/>
              <a:t> </a:t>
            </a:r>
          </a:p>
          <a:p>
            <a:endParaRPr lang="en-US" altLang="zh-CN"/>
          </a:p>
          <a:p>
            <a:r>
              <a:rPr lang="en-US" altLang="zh-CN"/>
              <a:t>https://cloud.tencent.com/developer/article/1607505</a:t>
            </a:r>
          </a:p>
          <a:p>
            <a:r>
              <a:rPr lang="en-US" altLang="zh-CN"/>
              <a:t>https://juejin.cn/post/7062173229032439839</a:t>
            </a:r>
          </a:p>
          <a:p>
            <a:r>
              <a:rPr lang="en-US" altLang="zh-CN"/>
              <a:t>https://www.jianshu.com/p/39365e697772</a:t>
            </a:r>
            <a:endParaRPr lang="zh-CN" altLang="en-US"/>
          </a:p>
        </p:txBody>
      </p:sp>
    </p:spTree>
    <p:extLst>
      <p:ext uri="{BB962C8B-B14F-4D97-AF65-F5344CB8AC3E}">
        <p14:creationId xmlns:p14="http://schemas.microsoft.com/office/powerpoint/2010/main" val="1645273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缓存可以分为强缓存和协商缓存，当强缓存命中的时候直接返回，缓存位置分为这四种Service Worker Memory Cache Disk Cache Push Cache，查找缓存的时候也按照这个顺序来，返回状态码200，强缓存没有命中就走协商缓存，向服务器发送请求，命中返回304，否则返回最新文件返回200状态码。</a:t>
            </a:r>
          </a:p>
          <a:p>
            <a:r>
              <a:rPr lang="zh-CN" altLang="en-US"/>
              <a:t>如果采用这两种当时刷新页面，实际就是走的协商缓存或者强制请求来更新资源。</a:t>
            </a:r>
          </a:p>
          <a:p>
            <a:endParaRPr lang="zh-CN" altLang="en-US"/>
          </a:p>
          <a:p>
            <a:r>
              <a:rPr lang="en-US" altLang="zh-CN">
                <a:sym typeface="+mn-ea"/>
              </a:rPr>
              <a:t>到这里我们看到在发送请求的过程中多处涉及到缓存，这也是为什么同一个页面第二次发送请求比第一次快很多。</a:t>
            </a:r>
            <a:endParaRPr lang="en-US" altLang="zh-CN"/>
          </a:p>
          <a:p>
            <a:r>
              <a:rPr lang="en-US" altLang="zh-CN"/>
              <a:t>  </a:t>
            </a:r>
            <a:endParaRPr lang="zh-CN" altLang="en-US"/>
          </a:p>
          <a:p>
            <a:endParaRPr lang="zh-CN" altLang="en-US"/>
          </a:p>
          <a:p>
            <a:endParaRPr lang="zh-CN" altLang="en-US"/>
          </a:p>
          <a:p>
            <a:endParaRPr lang="zh-CN" altLang="en-US"/>
          </a:p>
          <a:p>
            <a:r>
              <a:rPr lang="zh-CN" altLang="en-US"/>
              <a:t>https://blog.poetries.top/browser-working-principle/guide/part1/lesson04.html#_1-%E7%94%A8%E6%88%B7%E8%BE%93%E5%85%A5</a:t>
            </a:r>
          </a:p>
          <a:p>
            <a:r>
              <a:rPr lang="zh-CN" altLang="en-US"/>
              <a:t>https://juejin.cn/post/6947936223126093861</a:t>
            </a:r>
          </a:p>
          <a:p>
            <a:r>
              <a:rPr lang="zh-CN" altLang="en-US"/>
              <a:t>https://juejin.cn/post/6844903983333507079#heading-14</a:t>
            </a:r>
          </a:p>
          <a:p>
            <a:r>
              <a:rPr lang="zh-CN" altLang="en-US"/>
              <a:t>https://juejin.cn/post/6926552535108943879</a:t>
            </a:r>
          </a:p>
          <a:p>
            <a:r>
              <a:rPr lang="zh-CN" altLang="en-US"/>
              <a:t>https://juejin.cn/post/6844903757872889870</a:t>
            </a:r>
          </a:p>
          <a:p>
            <a:r>
              <a:rPr lang="zh-CN" altLang="en-US"/>
              <a:t>https://juejin.cn/post/6986576802823012366</a:t>
            </a:r>
          </a:p>
          <a:p>
            <a:r>
              <a:rPr lang="zh-CN" altLang="en-US"/>
              <a:t>https://juejin.cn/post/6844903583335317512</a:t>
            </a:r>
          </a:p>
          <a:p>
            <a:r>
              <a:rPr lang="zh-CN" altLang="en-US"/>
              <a:t>https://juejin.cn/post/6844903812600184845</a:t>
            </a:r>
          </a:p>
          <a:p>
            <a:r>
              <a:rPr lang="zh-CN" altLang="en-US" b="1"/>
              <a:t>https://juejin.cn/post/6844903672556552205</a:t>
            </a:r>
          </a:p>
          <a:p>
            <a:endParaRPr lang="zh-CN" altLang="en-US" b="1"/>
          </a:p>
          <a:p>
            <a:r>
              <a:rPr lang="zh-CN" altLang="en-US" b="1"/>
              <a:t>https://www.jianshu.com/p/54cc04190252</a:t>
            </a:r>
          </a:p>
          <a:p>
            <a:r>
              <a:rPr lang="zh-CN" altLang="en-US" b="1"/>
              <a:t>https://www.jianshu.com/p/be6c3ae61b51</a:t>
            </a:r>
          </a:p>
        </p:txBody>
      </p:sp>
    </p:spTree>
    <p:extLst>
      <p:ext uri="{BB962C8B-B14F-4D97-AF65-F5344CB8AC3E}">
        <p14:creationId xmlns:p14="http://schemas.microsoft.com/office/powerpoint/2010/main" val="12667125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t>由于渲染机制过于复杂，</a:t>
            </a:r>
            <a:r>
              <a:rPr lang="zh-CN"/>
              <a:t>这个过程分成了很多的子阶段，这些子阶段组成渲染流水线；</a:t>
            </a:r>
          </a:p>
          <a:p>
            <a:r>
              <a:rPr lang="zh-CN"/>
              <a:t>首先是</a:t>
            </a:r>
            <a:r>
              <a:rPr lang="en-US" altLang="zh-CN"/>
              <a:t>HTML</a:t>
            </a:r>
            <a:r>
              <a:rPr lang="zh-CN" altLang="en-US"/>
              <a:t>生成</a:t>
            </a:r>
            <a:r>
              <a:rPr lang="en-US" altLang="zh-CN"/>
              <a:t>DOM</a:t>
            </a:r>
            <a:r>
              <a:rPr lang="zh-CN" altLang="en-US"/>
              <a:t>和</a:t>
            </a:r>
            <a:r>
              <a:rPr lang="en-US" altLang="zh-CN"/>
              <a:t>CSS</a:t>
            </a:r>
            <a:r>
              <a:rPr lang="zh-CN" altLang="en-US"/>
              <a:t>样式树，然后创建布局树，分层生成绘制指令，最后将绘制指令提交给合成线程进行分块生成位图合成图像显示</a:t>
            </a:r>
          </a:p>
          <a:p>
            <a:endParaRPr lang="zh-CN" altLang="en-US"/>
          </a:p>
          <a:p>
            <a:endParaRPr lang="zh-CN" altLang="en-US"/>
          </a:p>
          <a:p>
            <a:endParaRPr lang="zh-CN" altLang="en-US"/>
          </a:p>
          <a:p>
            <a:endParaRPr lang="zh-CN" altLang="en-US"/>
          </a:p>
          <a:p>
            <a:endParaRPr lang="zh-CN" altLang="en-US"/>
          </a:p>
          <a:p>
            <a:endParaRPr lang="zh-CN" altLang="en-US"/>
          </a:p>
          <a:p>
            <a:endParaRPr lang="zh-CN"/>
          </a:p>
          <a:p>
            <a:r>
              <a:rPr lang="zh-CN"/>
              <a:t>渲染进程将HTML内容转换为能够读懂的DOM树结构。</a:t>
            </a:r>
          </a:p>
          <a:p>
            <a:r>
              <a:rPr lang="zh-CN"/>
              <a:t>渲染引擎将CSS样式表转化为浏览器可以理解的styleSheets，计算出DOM节点的样式。</a:t>
            </a:r>
          </a:p>
          <a:p>
            <a:r>
              <a:rPr lang="zh-CN"/>
              <a:t>创建布局树，并计算元素的布局信息。</a:t>
            </a:r>
          </a:p>
          <a:p>
            <a:r>
              <a:rPr lang="zh-CN"/>
              <a:t>对布局树进行分层，并生成分层树。</a:t>
            </a:r>
          </a:p>
          <a:p>
            <a:r>
              <a:rPr lang="zh-CN"/>
              <a:t>为每个图层生成绘制列表，并将其提交到合成线程。</a:t>
            </a:r>
          </a:p>
          <a:p>
            <a:r>
              <a:rPr lang="zh-CN"/>
              <a:t>合成线程将图层分成图块，并在光栅化线程池中将图块转换成位图。</a:t>
            </a:r>
          </a:p>
          <a:p>
            <a:endParaRPr lang="zh-CN"/>
          </a:p>
          <a:p>
            <a:endParaRPr lang="zh-CN"/>
          </a:p>
          <a:p>
            <a:endParaRPr lang="zh-CN"/>
          </a:p>
          <a:p>
            <a:r>
              <a:rPr lang="zh-CN"/>
              <a:t>通常，栅格化过程都会使用GPU来加速生成，使用GPU生成位图的过程叫快速栅格化，或者GPU栅格化，生成的位图被保存在GPU内存中。</a:t>
            </a:r>
          </a:p>
          <a:p>
            <a:r>
              <a:rPr lang="zh-CN"/>
              <a:t>合成线程发送绘制图块命令DrawQuad给浏览器进程。</a:t>
            </a:r>
          </a:p>
          <a:p>
            <a:r>
              <a:rPr lang="zh-CN"/>
              <a:t>浏览器进程根据DrawQuad消息生成页面，并显示到显示器上</a:t>
            </a:r>
          </a:p>
          <a:p>
            <a:endParaRPr lang="zh-CN"/>
          </a:p>
          <a:p>
            <a:r>
              <a:rPr lang="zh-CN"/>
              <a:t>每个显示器都有固定的刷新频率，通常是 60HZ，也就是每秒更新 60 张图片，更新的图片都来自于显卡中一个叫前缓冲区的地方，显示器所做的任务很简单，就是每秒固定读取 60 次前缓冲区中的图像，并将读取的图像显示到显示器上。</a:t>
            </a:r>
          </a:p>
          <a:p>
            <a:r>
              <a:rPr lang="zh-CN"/>
              <a:t>显卡的职责就是合成新的图像，并将图像保存到后缓冲区中，一旦显卡把合成的图像写到后缓冲区，系统就会让后缓冲区和前缓冲区互换，这样就能保证显示器能读取到最新显卡合成的图像。通常情况下，显卡的更新频率和显示器的刷新频率是一致的。但有时候，在一些复杂的场景中，显卡处理一张图片的速度会变慢，这样就会造成视觉上的卡顿。</a:t>
            </a:r>
          </a:p>
          <a:p>
            <a:endParaRPr lang="zh-CN"/>
          </a:p>
        </p:txBody>
      </p:sp>
    </p:spTree>
    <p:extLst>
      <p:ext uri="{BB962C8B-B14F-4D97-AF65-F5344CB8AC3E}">
        <p14:creationId xmlns:p14="http://schemas.microsoft.com/office/powerpoint/2010/main" val="4085854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HTML 解析并不是等整个文档加载完成之后再解析的</a:t>
            </a:r>
            <a:r>
              <a:rPr lang="en-US" altLang="zh-CN">
                <a:sym typeface="+mn-ea"/>
              </a:rPr>
              <a:t>,</a:t>
            </a:r>
            <a:r>
              <a:rPr lang="zh-CN" altLang="en-US">
                <a:sym typeface="+mn-ea"/>
              </a:rPr>
              <a:t>网络进程接收到响应头之后，就会和渲染进程建立管道，进行数据传输；解析</a:t>
            </a:r>
            <a:r>
              <a:rPr lang="en-US" altLang="zh-CN">
                <a:sym typeface="+mn-ea"/>
              </a:rPr>
              <a:t>DOM</a:t>
            </a:r>
            <a:r>
              <a:rPr lang="zh-CN" altLang="en-US">
                <a:sym typeface="+mn-ea"/>
              </a:rPr>
              <a:t>；</a:t>
            </a:r>
          </a:p>
          <a:p>
            <a:r>
              <a:rPr lang="en-US" altLang="zh-CN">
                <a:sym typeface="+mn-ea"/>
              </a:rPr>
              <a:t> </a:t>
            </a:r>
            <a:r>
              <a:rPr lang="zh-CN" altLang="en-US">
                <a:sym typeface="+mn-ea"/>
              </a:rPr>
              <a:t>字节流转换为 DOM 需要三个阶段</a:t>
            </a:r>
            <a:r>
              <a:rPr lang="en-US" altLang="zh-CN">
                <a:sym typeface="+mn-ea"/>
              </a:rPr>
              <a:t> </a:t>
            </a:r>
            <a:r>
              <a:rPr lang="zh-CN" altLang="en-US">
                <a:sym typeface="+mn-ea"/>
              </a:rPr>
              <a:t>，首先是通过分词器将接收到的字节流转为</a:t>
            </a:r>
            <a:r>
              <a:rPr lang="en-US" altLang="zh-CN">
                <a:sym typeface="+mn-ea"/>
              </a:rPr>
              <a:t>Token</a:t>
            </a:r>
            <a:r>
              <a:rPr lang="zh-CN" altLang="en-US">
                <a:sym typeface="+mn-ea"/>
              </a:rPr>
              <a:t>，分为</a:t>
            </a:r>
            <a:r>
              <a:rPr lang="en-US" altLang="zh-CN">
                <a:sym typeface="+mn-ea"/>
              </a:rPr>
              <a:t>startag,endTag,</a:t>
            </a:r>
            <a:r>
              <a:rPr lang="zh-CN" altLang="zh-CN">
                <a:sym typeface="+mn-ea"/>
              </a:rPr>
              <a:t>文本</a:t>
            </a:r>
            <a:r>
              <a:rPr lang="en-US" altLang="zh-CN">
                <a:sym typeface="+mn-ea"/>
              </a:rPr>
              <a:t>Token</a:t>
            </a:r>
            <a:r>
              <a:rPr lang="zh-CN" altLang="en-US">
                <a:sym typeface="+mn-ea"/>
              </a:rPr>
              <a:t>，</a:t>
            </a:r>
            <a:endParaRPr lang="en-US" altLang="zh-CN">
              <a:sym typeface="+mn-ea"/>
            </a:endParaRPr>
          </a:p>
          <a:p>
            <a:r>
              <a:rPr lang="zh-CN" altLang="en-US"/>
              <a:t>第二个和第三个阶段的生成 DOM 节点，并将 DOM 节点添加到 DOM 树中是同时进行的</a:t>
            </a:r>
          </a:p>
          <a:p>
            <a:r>
              <a:rPr lang="zh-CN" altLang="en-US"/>
              <a:t>HTML 解析器维护了一个Token 栈结构，在第一个阶段中生成的 Token 会被按照顺序压到这个栈中</a:t>
            </a:r>
          </a:p>
          <a:p>
            <a:r>
              <a:rPr lang="zh-CN" altLang="en-US"/>
              <a:t>如果压入到栈中的是StartTag Token，就</a:t>
            </a:r>
            <a:r>
              <a:rPr lang="zh-CN" altLang="en-US">
                <a:sym typeface="+mn-ea"/>
              </a:rPr>
              <a:t>创建一个 DOM 节点，并将该节点加入到 DOM 树中</a:t>
            </a:r>
            <a:endParaRPr lang="zh-CN" altLang="en-US"/>
          </a:p>
          <a:p>
            <a:r>
              <a:rPr lang="zh-CN" altLang="en-US"/>
              <a:t>如果是文本节点</a:t>
            </a:r>
            <a:r>
              <a:rPr lang="en-US" altLang="zh-CN"/>
              <a:t> </a:t>
            </a:r>
            <a:r>
              <a:rPr lang="zh-CN" altLang="en-US"/>
              <a:t>直接加入</a:t>
            </a:r>
            <a:r>
              <a:rPr lang="en-US" altLang="zh-CN"/>
              <a:t>DOM</a:t>
            </a:r>
            <a:r>
              <a:rPr lang="zh-CN" altLang="en-US"/>
              <a:t>，父节点就是栈顶对应的节点；</a:t>
            </a:r>
          </a:p>
          <a:p>
            <a:r>
              <a:rPr lang="zh-CN" altLang="en-US"/>
              <a:t>如果是</a:t>
            </a:r>
            <a:r>
              <a:rPr lang="zh-CN" altLang="en-US">
                <a:sym typeface="+mn-ea"/>
              </a:rPr>
              <a:t>EndTag 标签，栈顶是对应的</a:t>
            </a:r>
            <a:r>
              <a:rPr lang="en-US" altLang="zh-CN">
                <a:sym typeface="+mn-ea"/>
              </a:rPr>
              <a:t>startTag</a:t>
            </a:r>
            <a:r>
              <a:rPr lang="zh-CN" altLang="zh-CN">
                <a:sym typeface="+mn-ea"/>
              </a:rPr>
              <a:t>标签，就将栈顶</a:t>
            </a:r>
            <a:r>
              <a:rPr lang="en-US" altLang="zh-CN">
                <a:sym typeface="+mn-ea"/>
              </a:rPr>
              <a:t>Token</a:t>
            </a:r>
            <a:r>
              <a:rPr lang="zh-CN" altLang="zh-CN">
                <a:sym typeface="+mn-ea"/>
              </a:rPr>
              <a:t>弹出，表示对应元素解析完成；</a:t>
            </a:r>
          </a:p>
          <a:p>
            <a:r>
              <a:rPr lang="zh-CN" altLang="zh-CN">
                <a:sym typeface="+mn-ea"/>
              </a:rPr>
              <a:t>向这种遇到</a:t>
            </a:r>
            <a:r>
              <a:rPr lang="en-US" altLang="zh-CN">
                <a:sym typeface="+mn-ea"/>
              </a:rPr>
              <a:t>JS</a:t>
            </a:r>
            <a:r>
              <a:rPr lang="zh-CN" altLang="en-US">
                <a:sym typeface="+mn-ea"/>
              </a:rPr>
              <a:t>标签，</a:t>
            </a:r>
            <a:r>
              <a:rPr lang="en-US" altLang="zh-CN">
                <a:sym typeface="+mn-ea"/>
              </a:rPr>
              <a:t>DOM</a:t>
            </a:r>
            <a:r>
              <a:rPr lang="zh-CN" altLang="en-US">
                <a:sym typeface="+mn-ea"/>
              </a:rPr>
              <a:t>解析会暂停，</a:t>
            </a:r>
            <a:r>
              <a:rPr lang="en-US" altLang="zh-CN">
                <a:sym typeface="+mn-ea"/>
              </a:rPr>
              <a:t>JS</a:t>
            </a:r>
            <a:r>
              <a:rPr lang="zh-CN" altLang="en-US">
                <a:sym typeface="+mn-ea"/>
              </a:rPr>
              <a:t>引擎介入，执行</a:t>
            </a:r>
            <a:r>
              <a:rPr lang="en-US" altLang="zh-CN">
                <a:sym typeface="+mn-ea"/>
              </a:rPr>
              <a:t>JS</a:t>
            </a:r>
            <a:r>
              <a:rPr lang="zh-CN" altLang="en-US">
                <a:sym typeface="+mn-ea"/>
              </a:rPr>
              <a:t>脚本，执行完成后</a:t>
            </a:r>
            <a:r>
              <a:rPr lang="en-US" altLang="zh-CN">
                <a:sym typeface="+mn-ea"/>
              </a:rPr>
              <a:t>DOM</a:t>
            </a:r>
            <a:r>
              <a:rPr lang="zh-CN" altLang="en-US">
                <a:sym typeface="+mn-ea"/>
              </a:rPr>
              <a:t>解析才继续，这种情况</a:t>
            </a:r>
            <a:r>
              <a:rPr lang="en-US" altLang="zh-CN">
                <a:sym typeface="+mn-ea"/>
              </a:rPr>
              <a:t>JS</a:t>
            </a:r>
            <a:r>
              <a:rPr lang="zh-CN" altLang="en-US">
                <a:sym typeface="+mn-ea"/>
              </a:rPr>
              <a:t>是阻塞</a:t>
            </a:r>
            <a:r>
              <a:rPr lang="en-US" altLang="zh-CN">
                <a:sym typeface="+mn-ea"/>
              </a:rPr>
              <a:t>DOM</a:t>
            </a:r>
            <a:r>
              <a:rPr lang="zh-CN" altLang="en-US">
                <a:sym typeface="+mn-ea"/>
              </a:rPr>
              <a:t>解析的，一般设置成异步加载</a:t>
            </a:r>
            <a:r>
              <a:rPr lang="en-US" altLang="zh-CN">
                <a:sym typeface="+mn-ea"/>
              </a:rPr>
              <a:t>JS</a:t>
            </a:r>
            <a:r>
              <a:rPr lang="zh-CN" altLang="en-US">
                <a:sym typeface="+mn-ea"/>
              </a:rPr>
              <a:t>文件</a:t>
            </a:r>
          </a:p>
          <a:p>
            <a:endParaRPr lang="zh-CN" altLang="en-US"/>
          </a:p>
          <a:p>
            <a:r>
              <a:rPr lang="zh-CN" altLang="en-US"/>
              <a:t>控制台输出的</a:t>
            </a:r>
            <a:r>
              <a:rPr lang="zh-CN" altLang="en-US">
                <a:sym typeface="+mn-ea"/>
              </a:rPr>
              <a:t>document就是DOM结构，和</a:t>
            </a:r>
            <a:r>
              <a:rPr lang="en-US" altLang="zh-CN">
                <a:sym typeface="+mn-ea"/>
              </a:rPr>
              <a:t>HTML</a:t>
            </a:r>
            <a:r>
              <a:rPr lang="zh-CN" altLang="en-US">
                <a:sym typeface="+mn-ea"/>
              </a:rPr>
              <a:t>内容几乎一样，不一样的是，</a:t>
            </a:r>
            <a:r>
              <a:rPr lang="en-US" altLang="zh-CN"/>
              <a:t> </a:t>
            </a:r>
            <a:r>
              <a:rPr lang="zh-CN" altLang="en-US">
                <a:sym typeface="+mn-ea"/>
              </a:rPr>
              <a:t>DOM是保存在内存中的；</a:t>
            </a:r>
            <a:r>
              <a:rPr lang="en-US" altLang="zh-CN">
                <a:sym typeface="+mn-ea"/>
              </a:rPr>
              <a:t>JS</a:t>
            </a:r>
            <a:r>
              <a:rPr lang="zh-CN" altLang="en-US">
                <a:sym typeface="+mn-ea"/>
              </a:rPr>
              <a:t>可以修改</a:t>
            </a:r>
          </a:p>
          <a:p>
            <a:r>
              <a:rPr lang="zh-CN" altLang="en-US">
                <a:sym typeface="+mn-ea"/>
              </a:rPr>
              <a:t>渲染引擎还有一个安全检查模块，可以对解析出来的 Token 进行检查，比如检查是否引用了外部脚本，是否符合 CSP 规范，是否存在跨站点请求，进而进行拦截</a:t>
            </a:r>
          </a:p>
          <a:p>
            <a:endParaRPr lang="zh-CN" altLang="en-US">
              <a:sym typeface="+mn-ea"/>
            </a:endParaRPr>
          </a:p>
          <a:p>
            <a:endParaRPr lang="zh-CN" altLang="en-US">
              <a:sym typeface="+mn-ea"/>
            </a:endParaRPr>
          </a:p>
          <a:p>
            <a:endParaRPr lang="zh-CN" altLang="en-US">
              <a:sym typeface="+mn-ea"/>
            </a:endParaRPr>
          </a:p>
          <a:p>
            <a:endParaRPr lang="zh-CN" altLang="en-US">
              <a:sym typeface="+mn-ea"/>
            </a:endParaRPr>
          </a:p>
          <a:p>
            <a:endParaRPr lang="zh-CN" altLang="en-US">
              <a:sym typeface="+mn-ea"/>
            </a:endParaRPr>
          </a:p>
          <a:p>
            <a:endParaRPr lang="zh-CN" altLang="en-US">
              <a:sym typeface="+mn-ea"/>
            </a:endParaRPr>
          </a:p>
          <a:p>
            <a:endParaRPr lang="zh-CN" altLang="en-US">
              <a:sym typeface="+mn-ea"/>
            </a:endParaRPr>
          </a:p>
          <a:p>
            <a:endParaRPr lang="zh-CN" altLang="en-US">
              <a:sym typeface="+mn-ea"/>
            </a:endParaRPr>
          </a:p>
          <a:p>
            <a:endParaRPr lang="zh-CN" altLang="en-US"/>
          </a:p>
          <a:p>
            <a:r>
              <a:rPr lang="zh-CN" altLang="en-US"/>
              <a:t>图中的document就是DOM结构，你可以看到，DOM和HTML内容几乎是一样的，但是和HTML不同的是，DOM是保存在内存中树状结构，可以通过JavaScript来查询或修改其内容</a:t>
            </a:r>
          </a:p>
          <a:p>
            <a:r>
              <a:rPr lang="zh-CN" altLang="en-US"/>
              <a:t>渲染引擎还有一个安全检查模块叫 XSSAuditor，是用来检测词法安全的。在分词器解析出来 Token 之后，它会检测这些模块是否安全，比如是否引用了外部脚本，是否符合 CSP 规范，是否存在跨站点请求等。如果出现不符合规范的内容，XSSAuditor 会对该脚本或者下载任务进行拦截。详细内容我们会在后面的安全模块介绍，这里就不赘述</a:t>
            </a:r>
          </a:p>
          <a:p>
            <a:endParaRPr lang="zh-CN" altLang="en-US"/>
          </a:p>
          <a:p>
            <a:endParaRPr lang="zh-CN" altLang="en-US"/>
          </a:p>
          <a:p>
            <a:endParaRPr lang="zh-CN" altLang="en-US"/>
          </a:p>
          <a:p>
            <a:r>
              <a:rPr lang="zh-CN" altLang="en-US">
                <a:sym typeface="+mn-ea"/>
              </a:rPr>
              <a:t>HTML 解析器并不是等整个文档加载完成之后再解析的，而是网络进程加载了多少数据，HTML 解析器便解析多少数据</a:t>
            </a:r>
            <a:endParaRPr lang="zh-CN" altLang="en-US"/>
          </a:p>
          <a:p>
            <a:r>
              <a:rPr lang="zh-CN" altLang="en-US">
                <a:sym typeface="+mn-ea"/>
              </a:rPr>
              <a:t>网络进程接收到响应头之后，会和渲染进程建立一个共享数据的管道，网络进程接收到数据后就往这个管道里面放，而渲染进程则从管道的另外一端不断地读取数据，并同时将读取的数据“喂”给 HTML 解析器。会动态接收字节流，并将其解析为 DOM。</a:t>
            </a:r>
          </a:p>
          <a:p>
            <a:endParaRPr lang="zh-CN" altLang="en-US">
              <a:sym typeface="+mn-ea"/>
            </a:endParaRPr>
          </a:p>
          <a:p>
            <a:r>
              <a:rPr lang="zh-CN" altLang="en-US">
                <a:sym typeface="+mn-ea"/>
              </a:rPr>
              <a:t>HTML 解析器会为该 Token 创建一个 DOM 节点，然后将该节点加入到 DOM 树中</a:t>
            </a:r>
            <a:endParaRPr lang="zh-CN" altLang="en-US"/>
          </a:p>
          <a:p>
            <a:r>
              <a:rPr lang="zh-CN" altLang="en-US">
                <a:sym typeface="+mn-ea"/>
              </a:rPr>
              <a:t>如果分词器解析出来是文本 Token，那么会生成一个文本节点，然后将该节点加入到 DOM 树中，文本 Token 是不需要压入到栈中，它的父节点就是当前栈顶 Token 所对应的 DOM 节点。</a:t>
            </a:r>
            <a:endParaRPr lang="zh-CN" altLang="en-US"/>
          </a:p>
          <a:p>
            <a:r>
              <a:rPr lang="zh-CN" altLang="en-US">
                <a:sym typeface="+mn-ea"/>
              </a:rPr>
              <a:t>如果分词器解析出来的是EndTag 标签，比如是 EndTag div，HTML 解析器会查看 Token 栈顶的元素是否是 StarTag div，如果是，就将 StartTag div 从栈中弹出，表示该 div 元素解析完成。</a:t>
            </a:r>
            <a:endParaRPr lang="zh-CN" altLang="en-US"/>
          </a:p>
          <a:p>
            <a:r>
              <a:rPr lang="zh-CN" altLang="en-US">
                <a:sym typeface="+mn-ea"/>
              </a:rPr>
              <a:t>当解析到 script 脚本标签时， HTML 解析器暂停工作，</a:t>
            </a:r>
            <a:r>
              <a:rPr lang="en-US" altLang="zh-CN">
                <a:sym typeface="+mn-ea"/>
              </a:rPr>
              <a:t>JS</a:t>
            </a:r>
            <a:r>
              <a:rPr lang="zh-CN" altLang="en-US">
                <a:sym typeface="+mn-ea"/>
              </a:rPr>
              <a:t>引擎介入，并执行标签中的脚本。脚本执行完成之后，HTML 解析器恢复解析过程，继续解析后续的内容，直至生成最终的 DOM。这种情况</a:t>
            </a:r>
            <a:r>
              <a:rPr lang="en-US" altLang="zh-CN">
                <a:sym typeface="+mn-ea"/>
              </a:rPr>
              <a:t>JS</a:t>
            </a:r>
            <a:r>
              <a:rPr lang="zh-CN" altLang="en-US">
                <a:sym typeface="+mn-ea"/>
              </a:rPr>
              <a:t>是阻塞</a:t>
            </a:r>
            <a:r>
              <a:rPr lang="en-US" altLang="zh-CN">
                <a:sym typeface="+mn-ea"/>
              </a:rPr>
              <a:t>DOM</a:t>
            </a:r>
            <a:r>
              <a:rPr lang="zh-CN" altLang="en-US">
                <a:sym typeface="+mn-ea"/>
              </a:rPr>
              <a:t>的构建的，为了避免</a:t>
            </a:r>
            <a:r>
              <a:rPr lang="en-US" altLang="zh-CN">
                <a:sym typeface="+mn-ea"/>
              </a:rPr>
              <a:t>JS</a:t>
            </a:r>
            <a:r>
              <a:rPr lang="zh-CN" altLang="en-US">
                <a:sym typeface="+mn-ea"/>
              </a:rPr>
              <a:t>阻塞渲染进程，</a:t>
            </a:r>
            <a:r>
              <a:rPr lang="en-US" altLang="zh-CN">
                <a:sym typeface="+mn-ea"/>
              </a:rPr>
              <a:t> </a:t>
            </a:r>
            <a:r>
              <a:rPr lang="zh-CN" altLang="en-US">
                <a:sym typeface="+mn-ea"/>
              </a:rPr>
              <a:t>异步加载</a:t>
            </a:r>
            <a:r>
              <a:rPr lang="en-US" altLang="zh-CN">
                <a:sym typeface="+mn-ea"/>
              </a:rPr>
              <a:t>JS</a:t>
            </a:r>
            <a:r>
              <a:rPr lang="zh-CN" altLang="en-US">
                <a:sym typeface="+mn-ea"/>
              </a:rPr>
              <a:t>文件</a:t>
            </a:r>
            <a:endParaRPr lang="zh-CN" altLang="en-US"/>
          </a:p>
          <a:p>
            <a:endParaRPr lang="zh-CN" altLang="en-US"/>
          </a:p>
          <a:p>
            <a:endParaRPr lang="zh-CN" altLang="en-US"/>
          </a:p>
        </p:txBody>
      </p:sp>
    </p:spTree>
    <p:extLst>
      <p:ext uri="{BB962C8B-B14F-4D97-AF65-F5344CB8AC3E}">
        <p14:creationId xmlns:p14="http://schemas.microsoft.com/office/powerpoint/2010/main" val="3469821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CSS</a:t>
            </a:r>
            <a:r>
              <a:rPr lang="zh-CN" altLang="en-US"/>
              <a:t>样式树的生成也分为三个阶段；</a:t>
            </a:r>
          </a:p>
          <a:p>
            <a:r>
              <a:rPr lang="zh-CN" altLang="en-US"/>
              <a:t>第一阶段是将不同来源的</a:t>
            </a:r>
            <a:r>
              <a:rPr lang="en-US" altLang="zh-CN"/>
              <a:t>CSS</a:t>
            </a:r>
            <a:r>
              <a:rPr lang="zh-CN" altLang="en-US"/>
              <a:t>文件转换成浏览器可以理解的结构，控制台输出就是这样子，</a:t>
            </a:r>
            <a:r>
              <a:rPr lang="en-US" altLang="zh-CN"/>
              <a:t>JS</a:t>
            </a:r>
            <a:r>
              <a:rPr lang="zh-CN" altLang="en-US"/>
              <a:t>也可以对他操作</a:t>
            </a:r>
          </a:p>
          <a:p>
            <a:r>
              <a:rPr lang="zh-CN" altLang="en-US"/>
              <a:t>第二阶段就是对一些属性值标准化，对类似</a:t>
            </a:r>
            <a:r>
              <a:rPr lang="en-US" altLang="zh-CN"/>
              <a:t>2em</a:t>
            </a:r>
            <a:r>
              <a:rPr lang="zh-CN" altLang="zh-CN"/>
              <a:t>、</a:t>
            </a:r>
            <a:r>
              <a:rPr lang="en-US" altLang="zh-CN"/>
              <a:t>blue</a:t>
            </a:r>
            <a:r>
              <a:rPr lang="zh-CN" altLang="zh-CN"/>
              <a:t>这些不易于理解的属性值进行转换；</a:t>
            </a:r>
          </a:p>
          <a:p>
            <a:r>
              <a:rPr lang="zh-CN" altLang="zh-CN"/>
              <a:t>第三节阶段就是根据层叠继承规则计算</a:t>
            </a:r>
            <a:r>
              <a:rPr lang="en-US" altLang="zh-CN"/>
              <a:t>DOM</a:t>
            </a:r>
            <a:r>
              <a:rPr lang="zh-CN" altLang="en-US"/>
              <a:t>树中每个节点的样式；</a:t>
            </a:r>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r>
              <a:rPr lang="zh-CN" altLang="en-US"/>
              <a:t>将一些类似</a:t>
            </a:r>
            <a:r>
              <a:rPr lang="en-US" altLang="zh-CN"/>
              <a:t>2em</a:t>
            </a:r>
            <a:r>
              <a:rPr lang="zh-CN" altLang="zh-CN"/>
              <a:t>、</a:t>
            </a:r>
            <a:r>
              <a:rPr lang="en-US" altLang="zh-CN"/>
              <a:t>blue</a:t>
            </a:r>
            <a:r>
              <a:rPr lang="zh-CN" altLang="en-US"/>
              <a:t>这些渲染引擎不易于理解的结构进行标准化</a:t>
            </a:r>
          </a:p>
          <a:p>
            <a:r>
              <a:rPr lang="zh-CN" altLang="en-US"/>
              <a:t>样式计算的目的是为了计算出DOM节点中每个元素的具体样式，这个阶段大体可分为三步来完成</a:t>
            </a:r>
          </a:p>
          <a:p>
            <a:r>
              <a:rPr lang="zh-CN" altLang="en-US"/>
              <a:t>我们都知道</a:t>
            </a:r>
            <a:r>
              <a:rPr lang="en-US" altLang="zh-CN"/>
              <a:t>CSS</a:t>
            </a:r>
            <a:r>
              <a:rPr lang="zh-CN" altLang="en-US"/>
              <a:t>样式来源主要有三种，和HTML文件一样，浏览器也是无法直接理解这些纯文本的CSS样式，所以当渲染引擎接收到CSS文本时，会执行一个转换操作，将CSS文本转换为浏览器可以理解的结构</a:t>
            </a:r>
            <a:r>
              <a:rPr lang="en-US" altLang="zh-CN"/>
              <a:t> </a:t>
            </a:r>
            <a:r>
              <a:rPr lang="zh-CN" altLang="en-US"/>
              <a:t>在</a:t>
            </a:r>
            <a:r>
              <a:rPr lang="en-US" altLang="zh-CN"/>
              <a:t>Chrome</a:t>
            </a:r>
            <a:r>
              <a:rPr lang="zh-CN" altLang="en-US"/>
              <a:t>控制台输出就是这样子</a:t>
            </a:r>
          </a:p>
          <a:p>
            <a:r>
              <a:rPr lang="zh-CN" altLang="en-US"/>
              <a:t>这个结构具备查询和修改功能，我们就可以通过</a:t>
            </a:r>
            <a:r>
              <a:rPr lang="en-US" altLang="zh-CN"/>
              <a:t>JS</a:t>
            </a:r>
            <a:r>
              <a:rPr lang="zh-CN" altLang="en-US"/>
              <a:t>对其进行操作；</a:t>
            </a:r>
          </a:p>
          <a:p>
            <a:r>
              <a:rPr lang="zh-CN" altLang="en-US"/>
              <a:t>现在我们已经把现有的CSS文本转化为浏览器可以理解的结构了，那么接下来就要对其进行属性值的标准化操作</a:t>
            </a:r>
          </a:p>
          <a:p>
            <a:r>
              <a:rPr lang="zh-CN" altLang="en-US"/>
              <a:t>可以看到上面的CSS文本中有很多属性值，如2em、blue、bold，这些类型数值不容易被渲染引擎理解，所以需要将所有值转换为渲染引擎容易理解的、标准化的计算值，这个过程就是属性值标准化</a:t>
            </a:r>
          </a:p>
          <a:p>
            <a:r>
              <a:rPr lang="zh-CN" altLang="en-US"/>
              <a:t>现在样式的属性已被标准化了，接下来就需要根据继承规则和层叠规则计算DOM树中每个节点的样式属性了</a:t>
            </a:r>
          </a:p>
        </p:txBody>
      </p:sp>
    </p:spTree>
    <p:extLst>
      <p:ext uri="{BB962C8B-B14F-4D97-AF65-F5344CB8AC3E}">
        <p14:creationId xmlns:p14="http://schemas.microsoft.com/office/powerpoint/2010/main" val="26839981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布局阶段主要完成两项任务；创建布局树和布局计算；</a:t>
            </a:r>
          </a:p>
          <a:p>
            <a:r>
              <a:rPr lang="zh-CN" altLang="en-US"/>
              <a:t>创建布局树的过程就是</a:t>
            </a:r>
            <a:r>
              <a:rPr lang="zh-CN" altLang="en-US">
                <a:sym typeface="+mn-ea"/>
              </a:rPr>
              <a:t>将DOM树中的可见节点添加到布局中；</a:t>
            </a:r>
          </a:p>
          <a:p>
            <a:r>
              <a:rPr lang="en-US" altLang="zh-CN"/>
              <a:t>DOM</a:t>
            </a:r>
            <a:r>
              <a:rPr lang="zh-CN" altLang="en-US"/>
              <a:t>树中的不可见节点会忽略掉，比如</a:t>
            </a:r>
            <a:r>
              <a:rPr lang="en-US" altLang="zh-CN"/>
              <a:t>head</a:t>
            </a:r>
            <a:r>
              <a:rPr lang="zh-CN" altLang="en-US"/>
              <a:t>标签下的内容，</a:t>
            </a:r>
            <a:r>
              <a:rPr lang="en-US" altLang="zh-CN"/>
              <a:t>display</a:t>
            </a:r>
            <a:r>
              <a:rPr lang="zh-CN" altLang="en-US"/>
              <a:t>属性值为</a:t>
            </a:r>
            <a:r>
              <a:rPr lang="en-US" altLang="zh-CN"/>
              <a:t>none</a:t>
            </a:r>
            <a:r>
              <a:rPr lang="zh-CN" altLang="zh-CN"/>
              <a:t>的元素；</a:t>
            </a:r>
          </a:p>
          <a:p>
            <a:r>
              <a:rPr lang="zh-CN" altLang="en-US"/>
              <a:t>布局计算就是计算各节点的位置</a:t>
            </a:r>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r>
              <a:rPr lang="zh-CN" altLang="en-US"/>
              <a:t>Chrome在布局阶段需要完成两个任务：创建布局树和布局计算</a:t>
            </a:r>
          </a:p>
          <a:p>
            <a:endParaRPr lang="zh-CN" altLang="en-US"/>
          </a:p>
          <a:p>
            <a:r>
              <a:rPr lang="zh-CN" altLang="en-US"/>
              <a:t>为了构建布局树，浏览器大体上完成了下面这些工作</a:t>
            </a:r>
          </a:p>
          <a:p>
            <a:r>
              <a:rPr lang="zh-CN" altLang="en-US"/>
              <a:t>遍历DOM树中的所有可见节点，并把这些节点加到布局中；</a:t>
            </a:r>
          </a:p>
          <a:p>
            <a:r>
              <a:rPr lang="zh-CN" altLang="en-US"/>
              <a:t>而不可见的节点会被布局树忽略掉，如head标签下面的全部内容，再比如body.p.span这个元素，因为它的属性包含 dispaly:none，所以这个元素也没有被包进布局树</a:t>
            </a:r>
          </a:p>
          <a:p>
            <a:r>
              <a:rPr lang="zh-CN" altLang="en-US"/>
              <a:t>现在我们有了一棵完整的布局树。那么接下来，就要计算布局树节点的坐标位置了。布局的计算过程非常复杂，我们这里先跳过不讲，等到后面章节中我再做详细的介绍。</a:t>
            </a:r>
          </a:p>
          <a:p>
            <a:endParaRPr lang="zh-CN" altLang="en-US"/>
          </a:p>
          <a:p>
            <a:r>
              <a:rPr lang="zh-CN" altLang="en-US"/>
              <a:t>在执行布局操作的时候，会把布局运算的结果重新写回布局树中，所以布局树既是输入内容也是输出内容，这是布局阶段一个不合理的地方，因为在布局阶段并没有清晰地将输入内容和输出内容区分开来。针对这个问题，Chrome团队正在重构布局代码，下一代布局系统叫LayoutNG，试图更清晰地分离输入和输出，从而让新设计的布局算法更加简单</a:t>
            </a:r>
          </a:p>
        </p:txBody>
      </p:sp>
    </p:spTree>
    <p:extLst>
      <p:ext uri="{BB962C8B-B14F-4D97-AF65-F5344CB8AC3E}">
        <p14:creationId xmlns:p14="http://schemas.microsoft.com/office/powerpoint/2010/main" val="4907984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通过三个例子来看下</a:t>
            </a:r>
            <a:r>
              <a:rPr lang="en-US" altLang="zh-CN"/>
              <a:t>JS CSS</a:t>
            </a:r>
            <a:r>
              <a:rPr lang="zh-CN" altLang="en-US"/>
              <a:t>对</a:t>
            </a:r>
            <a:r>
              <a:rPr lang="en-US" altLang="zh-CN"/>
              <a:t>DOM</a:t>
            </a:r>
            <a:r>
              <a:rPr lang="zh-CN" altLang="en-US"/>
              <a:t>的构建影响</a:t>
            </a:r>
          </a:p>
          <a:p>
            <a:r>
              <a:rPr lang="zh-CN" altLang="en-US"/>
              <a:t>第一种单纯地引入</a:t>
            </a:r>
            <a:r>
              <a:rPr lang="en-US" altLang="zh-CN"/>
              <a:t>CSS</a:t>
            </a:r>
            <a:r>
              <a:rPr lang="zh-CN" altLang="en-US"/>
              <a:t>，不会阻塞</a:t>
            </a:r>
            <a:r>
              <a:rPr lang="en-US" altLang="zh-CN"/>
              <a:t>DOM</a:t>
            </a:r>
            <a:r>
              <a:rPr lang="zh-CN" altLang="en-US"/>
              <a:t>树的渲染；</a:t>
            </a:r>
          </a:p>
          <a:p>
            <a:r>
              <a:rPr lang="zh-CN" altLang="en-US"/>
              <a:t>第二种加入</a:t>
            </a:r>
            <a:r>
              <a:rPr lang="en-US" altLang="zh-CN"/>
              <a:t>JS</a:t>
            </a:r>
            <a:r>
              <a:rPr lang="zh-CN" altLang="en-US"/>
              <a:t>脚本；</a:t>
            </a:r>
            <a:r>
              <a:rPr lang="en-US" altLang="zh-CN"/>
              <a:t>JS</a:t>
            </a:r>
            <a:r>
              <a:rPr lang="zh-CN" altLang="en-US"/>
              <a:t>有操作</a:t>
            </a:r>
            <a:r>
              <a:rPr lang="en-US" altLang="zh-CN"/>
              <a:t>DOM</a:t>
            </a:r>
            <a:r>
              <a:rPr lang="zh-CN" altLang="en-US"/>
              <a:t>的能力，所以</a:t>
            </a:r>
            <a:r>
              <a:rPr lang="en-US" altLang="zh-CN"/>
              <a:t>JS</a:t>
            </a:r>
            <a:r>
              <a:rPr lang="zh-CN" altLang="en-US"/>
              <a:t>阻塞</a:t>
            </a:r>
            <a:r>
              <a:rPr lang="en-US" altLang="zh-CN"/>
              <a:t>DOM</a:t>
            </a:r>
            <a:r>
              <a:rPr lang="zh-CN" altLang="en-US"/>
              <a:t>树的渲染；</a:t>
            </a:r>
          </a:p>
          <a:p>
            <a:r>
              <a:rPr lang="zh-CN" altLang="en-US"/>
              <a:t>同样地，</a:t>
            </a:r>
            <a:r>
              <a:rPr lang="en-US" altLang="zh-CN"/>
              <a:t>JS</a:t>
            </a:r>
            <a:r>
              <a:rPr lang="zh-CN" altLang="en-US"/>
              <a:t>也能操作</a:t>
            </a:r>
            <a:r>
              <a:rPr lang="en-US" altLang="zh-CN"/>
              <a:t>CSS</a:t>
            </a:r>
            <a:r>
              <a:rPr lang="zh-CN" altLang="zh-CN"/>
              <a:t>样式树，但是在</a:t>
            </a:r>
            <a:r>
              <a:rPr lang="en-US" altLang="zh-CN"/>
              <a:t>JS</a:t>
            </a:r>
            <a:r>
              <a:rPr lang="zh-CN" altLang="en-US"/>
              <a:t>引擎解析</a:t>
            </a:r>
            <a:r>
              <a:rPr lang="en-US" altLang="zh-CN"/>
              <a:t>JS</a:t>
            </a:r>
            <a:r>
              <a:rPr lang="zh-CN" altLang="en-US"/>
              <a:t>之前是不知道脚本有没有操作</a:t>
            </a:r>
            <a:r>
              <a:rPr lang="en-US" altLang="zh-CN"/>
              <a:t>CSS</a:t>
            </a:r>
            <a:r>
              <a:rPr lang="zh-CN" altLang="en-US"/>
              <a:t>树，所以就不管脚本有没有操作</a:t>
            </a:r>
            <a:r>
              <a:rPr lang="en-US" altLang="zh-CN"/>
              <a:t>CSS</a:t>
            </a:r>
            <a:r>
              <a:rPr lang="zh-CN" altLang="en-US"/>
              <a:t>树，都会先对</a:t>
            </a:r>
            <a:r>
              <a:rPr lang="en-US" altLang="zh-CN"/>
              <a:t>CSS</a:t>
            </a:r>
            <a:r>
              <a:rPr lang="zh-CN" altLang="en-US"/>
              <a:t>解析在执行</a:t>
            </a:r>
            <a:r>
              <a:rPr lang="en-US" altLang="zh-CN"/>
              <a:t>JS</a:t>
            </a:r>
            <a:r>
              <a:rPr lang="zh-CN" altLang="en-US"/>
              <a:t>脚本；</a:t>
            </a:r>
          </a:p>
          <a:p>
            <a:r>
              <a:rPr lang="zh-CN" altLang="en-US"/>
              <a:t>第三种情况就是</a:t>
            </a:r>
            <a:r>
              <a:rPr lang="en-US" altLang="zh-CN"/>
              <a:t>CSS</a:t>
            </a:r>
            <a:r>
              <a:rPr lang="zh-CN" altLang="en-US"/>
              <a:t>和</a:t>
            </a:r>
            <a:r>
              <a:rPr lang="en-US" altLang="zh-CN"/>
              <a:t>JS</a:t>
            </a:r>
            <a:r>
              <a:rPr lang="zh-CN" altLang="en-US"/>
              <a:t>变成文件引入，不管谁先下载完成都是先解析</a:t>
            </a:r>
            <a:r>
              <a:rPr lang="en-US" altLang="zh-CN"/>
              <a:t>CSS</a:t>
            </a:r>
            <a:r>
              <a:rPr lang="zh-CN" altLang="en-US"/>
              <a:t>文件</a:t>
            </a:r>
          </a:p>
          <a:p>
            <a:endParaRPr lang="zh-CN" altLang="en-US"/>
          </a:p>
          <a:p>
            <a:r>
              <a:rPr lang="zh-CN" altLang="en-US"/>
              <a:t>注意这个解析的过程中有一些间隙都是影响解析白屏的时间，也是我们应该优化的一些点；</a:t>
            </a:r>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r>
              <a:rPr lang="zh-CN" altLang="en-US"/>
              <a:t>当渲染进程接收 HTML 文件字节流时，会先开启一个预解析线程，如果遇到 JavaScript 文件或者 CSS 文件，那么预解析线程会提前下载这些数据。对于上面的代码，预解析线程会解析出来一个外部的 theme.css 文件，并发起 theme.css 的下载。这里也有一个空闲时间需要你注意一下，就是在 DOM 构建结束之后、theme.css 文件还未下载完成的这段时间内，渲染流水线无事可做，因为下一步是合成布局树，而合成布局树需要 CSSOM 和 DOM，所以这里需要等待 CSS 加载结束并解析成 CSSOM</a:t>
            </a:r>
          </a:p>
          <a:p>
            <a:r>
              <a:rPr lang="zh-CN" altLang="en-US"/>
              <a:t>在解析 DOM 的过程中，如果遇到了 JavaScript 脚本，那么需要先暂停 DOM 解析去执行 JavaScript，因为 JavaScript 有可能会修改当前状态下的 DOM。</a:t>
            </a:r>
          </a:p>
          <a:p>
            <a:r>
              <a:rPr lang="zh-CN" altLang="en-US"/>
              <a:t>不过在执行 JavaScript 脚本之前，如果页面中包含了外部 CSS 文件的引用，或者通过 style 标签内置了 CSS 内容，那么渲染引擎还需要将这些内容转换为 CSSOM，因为 JavaScript 有修改 CSSOM 的能力，所以在执行 JavaScript 之前，还需要依赖 CSSOM。也就是说 CSS 在部分情况下也会阻塞 DOM 的生成。</a:t>
            </a:r>
          </a:p>
          <a:p>
            <a:endParaRPr lang="zh-CN" altLang="en-US"/>
          </a:p>
          <a:p>
            <a:r>
              <a:rPr lang="zh-CN" altLang="en-US"/>
              <a:t>在接收到 HTML 数据之后的预解析过程中，HTML 预解析器识别出来了有 CSS 文件和 JavaScript 文件需要下载，然后就同时发起这两个文件的下载请求，需要注意的是，这两个文件的下载过程是重叠的，所以下载时间按照最久的那个文件来算。</a:t>
            </a:r>
          </a:p>
          <a:p>
            <a:r>
              <a:rPr lang="zh-CN" altLang="en-US"/>
              <a:t>后面的流水线就和前面是一样的了，不管 CSS 文件和 JavaScript 文件谁先到达，都要先等到 CSS 文件下载完成并生成 CSSOM，然后再执行 JavaScript 脚本，最后再继续构建 DOM，构建布局树，绘制页面。</a:t>
            </a:r>
          </a:p>
        </p:txBody>
      </p:sp>
    </p:spTree>
    <p:extLst>
      <p:ext uri="{BB962C8B-B14F-4D97-AF65-F5344CB8AC3E}">
        <p14:creationId xmlns:p14="http://schemas.microsoft.com/office/powerpoint/2010/main" val="11286609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分层是从宏观的角度提高效率，对一些只需要平移、旋转、缩放变换这类的效果，只需要执行合成过程就可以了，避免重排、重绘这种</a:t>
            </a:r>
            <a:r>
              <a:rPr lang="en-US" altLang="zh-CN"/>
              <a:t>“</a:t>
            </a:r>
            <a:r>
              <a:rPr lang="zh-CN" altLang="en-US">
                <a:sym typeface="+mn-ea"/>
              </a:rPr>
              <a:t>牵一发而动全身</a:t>
            </a:r>
            <a:r>
              <a:rPr lang="en-US" altLang="zh-CN"/>
              <a:t>”</a:t>
            </a:r>
            <a:r>
              <a:rPr lang="zh-CN" altLang="en-US"/>
              <a:t>的耗时操作；</a:t>
            </a:r>
          </a:p>
          <a:p>
            <a:r>
              <a:rPr lang="zh-CN" altLang="en-US"/>
              <a:t>页面本来是一个二维的平面，具有层叠上下文和裁剪效果的会被提升为单独的一层，</a:t>
            </a:r>
          </a:p>
          <a:p>
            <a:r>
              <a:rPr lang="zh-CN" altLang="en-US"/>
              <a:t>向这种设置了</a:t>
            </a:r>
            <a:r>
              <a:rPr lang="en-US" altLang="zh-CN"/>
              <a:t>overflow</a:t>
            </a:r>
            <a:r>
              <a:rPr lang="zh-CN" altLang="en-US"/>
              <a:t>为</a:t>
            </a:r>
            <a:r>
              <a:rPr lang="en-US" altLang="zh-CN"/>
              <a:t>auto</a:t>
            </a:r>
            <a:r>
              <a:rPr lang="zh-CN" altLang="en-US"/>
              <a:t>出现滚动条的，文字和滚动条都会被提升为一层</a:t>
            </a:r>
          </a:p>
          <a:p>
            <a:endParaRPr lang="zh-CN" altLang="en-US"/>
          </a:p>
          <a:p>
            <a:endParaRPr lang="zh-CN" altLang="en-US"/>
          </a:p>
          <a:p>
            <a:endParaRPr lang="zh-CN" altLang="en-US"/>
          </a:p>
          <a:p>
            <a:endParaRPr lang="zh-CN" altLang="en-US"/>
          </a:p>
          <a:p>
            <a:r>
              <a:rPr lang="zh-CN" altLang="en-US"/>
              <a:t>如果没有采用分层机制，从布局树直接生成目标图片的话，那么每次页面有很小的变化时，都会触发重排或者重绘机制，这种“牵一发而动全身”的绘制策略会严重影响页面的渲染效率</a:t>
            </a:r>
          </a:p>
          <a:p>
            <a:r>
              <a:rPr lang="zh-CN" altLang="en-US"/>
              <a:t>当进行到下一帧的渲染时，上面的一帧可能需要实现某些变换，如平移、旋转、缩放、阴影或者 Alpha 渐变，这时候合成器只需要将两个层进行相应的变化操作就可以了，显卡处理这些操作驾轻就熟，所以这个合成过程时间非常短</a:t>
            </a:r>
          </a:p>
          <a:p>
            <a:r>
              <a:rPr lang="zh-CN" altLang="en-US"/>
              <a:t>页面是个二维平面，但是层叠上下文能够让HTML元素具有三维概念，这些HTML元素按照自身属性的优先级分布在垂直于这个二维平面的z轴上</a:t>
            </a:r>
          </a:p>
          <a:p>
            <a:r>
              <a:rPr lang="zh-CN" altLang="en-US"/>
              <a:t>出现这种裁剪情况的时候，渲染引擎会为文字部分单独创建一个层，如果出现滚动条，滚动条也会被提升为单独的层</a:t>
            </a:r>
          </a:p>
        </p:txBody>
      </p:sp>
    </p:spTree>
    <p:extLst>
      <p:ext uri="{BB962C8B-B14F-4D97-AF65-F5344CB8AC3E}">
        <p14:creationId xmlns:p14="http://schemas.microsoft.com/office/powerpoint/2010/main" val="2060549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绘制会把一个图层的绘制拆分成很多小的绘制指令，组成一个待绘制列表，</a:t>
            </a:r>
          </a:p>
          <a:p>
            <a:endParaRPr lang="zh-CN" altLang="en-US"/>
          </a:p>
          <a:p>
            <a:endParaRPr lang="zh-CN" altLang="en-US"/>
          </a:p>
          <a:p>
            <a:r>
              <a:rPr lang="zh-CN" altLang="en-US"/>
              <a:t>如图所示</a:t>
            </a:r>
          </a:p>
          <a:p>
            <a:r>
              <a:rPr lang="zh-CN" altLang="en-US"/>
              <a:t>绘制列表中的指令其实非常简单，就是让其执行一个简单的绘制操作，比如绘制粉色矩形或者黑色的线等。而绘制一个元素通常需要好几条绘制指令，因为每个元素的背景、前景、边框都需要单独的指令去绘制。所以在图层绘制阶段，输出的内容就是这些待绘制列表。</a:t>
            </a:r>
          </a:p>
        </p:txBody>
      </p:sp>
    </p:spTree>
    <p:extLst>
      <p:ext uri="{BB962C8B-B14F-4D97-AF65-F5344CB8AC3E}">
        <p14:creationId xmlns:p14="http://schemas.microsoft.com/office/powerpoint/2010/main" val="40074089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a:p>
            <a:r>
              <a:rPr lang="zh-CN" altLang="en-US"/>
              <a:t>在有些情况下，有的图层可以很大，比如有的页面你使用滚动条要滚动好久才能滚动到底部，但是通过视口，用户只能看到页面的很小一部分，所以在这种情况下，要绘制出所有图层内容的话，就会产生太大的开销，而且也没有必要。</a:t>
            </a:r>
          </a:p>
          <a:p>
            <a:r>
              <a:rPr lang="zh-CN" altLang="en-US"/>
              <a:t>基于这个原因，合成线程会将图层划分为图块（tile），这些图块的大小通常是256x256或者512x512，</a:t>
            </a:r>
          </a:p>
          <a:p>
            <a:r>
              <a:rPr lang="zh-CN" altLang="en-US"/>
              <a:t>这也是浏览器从微观上提高渲染效率的一个方法</a:t>
            </a:r>
          </a:p>
        </p:txBody>
      </p:sp>
    </p:spTree>
    <p:extLst>
      <p:ext uri="{BB962C8B-B14F-4D97-AF65-F5344CB8AC3E}">
        <p14:creationId xmlns:p14="http://schemas.microsoft.com/office/powerpoint/2010/main" val="11064971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t>合成线程会将图块放到栅格化线程池中，将图块转成位图，这个过程通常会使用</a:t>
            </a:r>
            <a:r>
              <a:rPr lang="en-US" altLang="zh-CN"/>
              <a:t>GPU</a:t>
            </a:r>
            <a:r>
              <a:rPr lang="zh-CN" altLang="en-US"/>
              <a:t>来快速生成，然后将结果保存在内存中；</a:t>
            </a:r>
          </a:p>
          <a:p>
            <a:endParaRPr lang="zh-CN" altLang="en-US"/>
          </a:p>
          <a:p>
            <a:r>
              <a:rPr lang="zh-CN"/>
              <a:t>这个过程完成后合成线程会发送绘制指令给浏览器进程，生成页面，显示到显示器上；</a:t>
            </a:r>
          </a:p>
          <a:p>
            <a:r>
              <a:rPr lang="zh-CN"/>
              <a:t>显示器的刷新频率一般是</a:t>
            </a:r>
            <a:r>
              <a:rPr lang="en-US" altLang="zh-CN"/>
              <a:t>60HZ</a:t>
            </a:r>
            <a:r>
              <a:rPr lang="zh-CN" altLang="en-US"/>
              <a:t>，图像来自显卡的前缓冲区，当有新的图像合成后就会放到显卡的后缓冲区，然后系统将前缓冲区和后缓冲区的图片互换，这样每次显示的都是最新的，但是如果图像合成的速度慢的话，就会造成视觉上的卡顿；</a:t>
            </a:r>
          </a:p>
          <a:p>
            <a:endParaRPr lang="zh-CN" altLang="en-US"/>
          </a:p>
          <a:p>
            <a:endParaRPr lang="zh-CN"/>
          </a:p>
          <a:p>
            <a:endParaRPr lang="zh-CN"/>
          </a:p>
          <a:p>
            <a:endParaRPr lang="zh-CN"/>
          </a:p>
          <a:p>
            <a:endParaRPr lang="zh-CN"/>
          </a:p>
          <a:p>
            <a:endParaRPr lang="zh-CN"/>
          </a:p>
          <a:p>
            <a:r>
              <a:t>一旦所有图块都被光栅化，合成线程就会生成一个绘制图块的命令——“DrawQuad”，然后将该命令提交给浏览器进程。</a:t>
            </a:r>
          </a:p>
          <a:p>
            <a:endParaRPr/>
          </a:p>
          <a:p>
            <a:r>
              <a:t>浏览器进程里面有一个叫viz的组件，用来接收合成线程发过来的DrawQuad命令，然后根据DrawQuad命令，将其页面内容绘制到内存中，最后再将内存显示在屏幕上</a:t>
            </a:r>
            <a:r>
              <a:rPr lang="zh-CN"/>
              <a:t>通常，栅格化过程都会使用GPU来加速生成，使用GPU生成位图的过程叫快速栅格化，或者GPU栅格化，生成的位图被保存在GPU内存中。</a:t>
            </a:r>
          </a:p>
          <a:p>
            <a:r>
              <a:rPr lang="zh-CN"/>
              <a:t>合成线程发送绘制图块命令DrawQuad给浏览器进程。</a:t>
            </a:r>
          </a:p>
          <a:p>
            <a:r>
              <a:rPr lang="zh-CN"/>
              <a:t>浏览器进程根据DrawQuad消息生成页面，并显示到显示器上</a:t>
            </a:r>
          </a:p>
          <a:p>
            <a:endParaRPr lang="zh-CN"/>
          </a:p>
          <a:p>
            <a:r>
              <a:rPr lang="zh-CN"/>
              <a:t>每个显示器都有固定的刷新频率，通常是 60HZ，也就是每秒更新 60 张图片，更新的图片都来自于显卡中一个叫前缓冲区的地方，显示器所做的任务很简单，就是每秒固定读取 60 次前缓冲区中的图像，并将读取的图像显示到显示器上。</a:t>
            </a:r>
          </a:p>
          <a:p>
            <a:r>
              <a:rPr lang="zh-CN"/>
              <a:t>显卡的职责就是合成新的图像，并将图像保存到后缓冲区中，一旦显卡把合成的图像写到后缓冲区，系统就会让后缓冲区和前缓冲区互换，这样就能保证显示器能读取到最新显卡合成的图像。通常情况下，显卡的更新频率和显示器的刷新频率是一致的。但有时候，在一些复杂的场景中，显卡处理一张图片的速度会变慢，这样就会造成视觉上的卡顿。</a:t>
            </a:r>
          </a:p>
          <a:p>
            <a:endParaRPr lang="zh-CN"/>
          </a:p>
        </p:txBody>
      </p:sp>
    </p:spTree>
    <p:extLst>
      <p:ext uri="{BB962C8B-B14F-4D97-AF65-F5344CB8AC3E}">
        <p14:creationId xmlns:p14="http://schemas.microsoft.com/office/powerpoint/2010/main" val="1172995325"/>
      </p:ext>
    </p:extLst>
  </p:cSld>
  <p:clrMapOvr>
    <a:masterClrMapping/>
  </p:clrMapOvr>
</p:notes>
</file>

<file path=ppt/slideLayouts/_rels/slideLayout1.xml.rels><?xml version="1.0" encoding="UTF-8" standalone="yes"?>
<Relationships xmlns="http://schemas.openxmlformats.org/package/2006/relationships"><Relationship Id="rId13" Type="http://schemas.openxmlformats.org/officeDocument/2006/relationships/tags" Target="../tags/tag20.xml"/><Relationship Id="rId18" Type="http://schemas.openxmlformats.org/officeDocument/2006/relationships/tags" Target="../tags/tag25.xml"/><Relationship Id="rId26" Type="http://schemas.openxmlformats.org/officeDocument/2006/relationships/tags" Target="../tags/tag33.xml"/><Relationship Id="rId39" Type="http://schemas.openxmlformats.org/officeDocument/2006/relationships/image" Target="../media/image5.png"/><Relationship Id="rId21" Type="http://schemas.openxmlformats.org/officeDocument/2006/relationships/tags" Target="../tags/tag28.xml"/><Relationship Id="rId34" Type="http://schemas.openxmlformats.org/officeDocument/2006/relationships/slideMaster" Target="../slideMasters/slideMaster1.xml"/><Relationship Id="rId42" Type="http://schemas.openxmlformats.org/officeDocument/2006/relationships/image" Target="../media/image8.png"/><Relationship Id="rId47" Type="http://schemas.openxmlformats.org/officeDocument/2006/relationships/image" Target="../media/image13.png"/><Relationship Id="rId50" Type="http://schemas.openxmlformats.org/officeDocument/2006/relationships/image" Target="../media/image16.png"/><Relationship Id="rId55" Type="http://schemas.openxmlformats.org/officeDocument/2006/relationships/image" Target="../media/image21.png"/><Relationship Id="rId7" Type="http://schemas.openxmlformats.org/officeDocument/2006/relationships/tags" Target="../tags/tag14.xml"/><Relationship Id="rId2" Type="http://schemas.openxmlformats.org/officeDocument/2006/relationships/tags" Target="../tags/tag9.xml"/><Relationship Id="rId16" Type="http://schemas.openxmlformats.org/officeDocument/2006/relationships/tags" Target="../tags/tag23.xml"/><Relationship Id="rId29" Type="http://schemas.openxmlformats.org/officeDocument/2006/relationships/tags" Target="../tags/tag36.xml"/><Relationship Id="rId11" Type="http://schemas.openxmlformats.org/officeDocument/2006/relationships/tags" Target="../tags/tag18.xml"/><Relationship Id="rId24" Type="http://schemas.openxmlformats.org/officeDocument/2006/relationships/tags" Target="../tags/tag31.xml"/><Relationship Id="rId32" Type="http://schemas.openxmlformats.org/officeDocument/2006/relationships/tags" Target="../tags/tag39.xml"/><Relationship Id="rId37" Type="http://schemas.openxmlformats.org/officeDocument/2006/relationships/image" Target="../media/image3.png"/><Relationship Id="rId40" Type="http://schemas.openxmlformats.org/officeDocument/2006/relationships/image" Target="../media/image6.png"/><Relationship Id="rId45" Type="http://schemas.openxmlformats.org/officeDocument/2006/relationships/image" Target="../media/image11.png"/><Relationship Id="rId53" Type="http://schemas.openxmlformats.org/officeDocument/2006/relationships/image" Target="../media/image19.png"/><Relationship Id="rId58" Type="http://schemas.openxmlformats.org/officeDocument/2006/relationships/image" Target="../media/image24.png"/><Relationship Id="rId5" Type="http://schemas.openxmlformats.org/officeDocument/2006/relationships/tags" Target="../tags/tag12.xml"/><Relationship Id="rId19" Type="http://schemas.openxmlformats.org/officeDocument/2006/relationships/tags" Target="../tags/tag26.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tags" Target="../tags/tag21.xml"/><Relationship Id="rId22" Type="http://schemas.openxmlformats.org/officeDocument/2006/relationships/tags" Target="../tags/tag29.xml"/><Relationship Id="rId27" Type="http://schemas.openxmlformats.org/officeDocument/2006/relationships/tags" Target="../tags/tag34.xml"/><Relationship Id="rId30" Type="http://schemas.openxmlformats.org/officeDocument/2006/relationships/tags" Target="../tags/tag37.xml"/><Relationship Id="rId35" Type="http://schemas.openxmlformats.org/officeDocument/2006/relationships/image" Target="../media/image1.png"/><Relationship Id="rId43" Type="http://schemas.openxmlformats.org/officeDocument/2006/relationships/image" Target="../media/image9.png"/><Relationship Id="rId48" Type="http://schemas.openxmlformats.org/officeDocument/2006/relationships/image" Target="../media/image14.png"/><Relationship Id="rId56" Type="http://schemas.openxmlformats.org/officeDocument/2006/relationships/image" Target="../media/image22.png"/><Relationship Id="rId8" Type="http://schemas.openxmlformats.org/officeDocument/2006/relationships/tags" Target="../tags/tag15.xml"/><Relationship Id="rId51" Type="http://schemas.openxmlformats.org/officeDocument/2006/relationships/image" Target="../media/image17.png"/><Relationship Id="rId3" Type="http://schemas.openxmlformats.org/officeDocument/2006/relationships/tags" Target="../tags/tag10.xml"/><Relationship Id="rId12" Type="http://schemas.openxmlformats.org/officeDocument/2006/relationships/tags" Target="../tags/tag19.xml"/><Relationship Id="rId17" Type="http://schemas.openxmlformats.org/officeDocument/2006/relationships/tags" Target="../tags/tag24.xml"/><Relationship Id="rId25" Type="http://schemas.openxmlformats.org/officeDocument/2006/relationships/tags" Target="../tags/tag32.xml"/><Relationship Id="rId33" Type="http://schemas.openxmlformats.org/officeDocument/2006/relationships/tags" Target="../tags/tag40.xml"/><Relationship Id="rId38" Type="http://schemas.openxmlformats.org/officeDocument/2006/relationships/image" Target="../media/image4.png"/><Relationship Id="rId46" Type="http://schemas.openxmlformats.org/officeDocument/2006/relationships/image" Target="../media/image12.png"/><Relationship Id="rId59" Type="http://schemas.openxmlformats.org/officeDocument/2006/relationships/image" Target="../media/image25.png"/><Relationship Id="rId20" Type="http://schemas.openxmlformats.org/officeDocument/2006/relationships/tags" Target="../tags/tag27.xml"/><Relationship Id="rId41" Type="http://schemas.openxmlformats.org/officeDocument/2006/relationships/image" Target="../media/image7.png"/><Relationship Id="rId54" Type="http://schemas.openxmlformats.org/officeDocument/2006/relationships/image" Target="../media/image20.png"/><Relationship Id="rId1" Type="http://schemas.openxmlformats.org/officeDocument/2006/relationships/tags" Target="../tags/tag8.xml"/><Relationship Id="rId6" Type="http://schemas.openxmlformats.org/officeDocument/2006/relationships/tags" Target="../tags/tag13.xml"/><Relationship Id="rId15" Type="http://schemas.openxmlformats.org/officeDocument/2006/relationships/tags" Target="../tags/tag22.xml"/><Relationship Id="rId23" Type="http://schemas.openxmlformats.org/officeDocument/2006/relationships/tags" Target="../tags/tag30.xml"/><Relationship Id="rId28" Type="http://schemas.openxmlformats.org/officeDocument/2006/relationships/tags" Target="../tags/tag35.xml"/><Relationship Id="rId36" Type="http://schemas.openxmlformats.org/officeDocument/2006/relationships/image" Target="../media/image2.png"/><Relationship Id="rId49" Type="http://schemas.openxmlformats.org/officeDocument/2006/relationships/image" Target="../media/image15.png"/><Relationship Id="rId57" Type="http://schemas.openxmlformats.org/officeDocument/2006/relationships/image" Target="../media/image23.png"/><Relationship Id="rId10" Type="http://schemas.openxmlformats.org/officeDocument/2006/relationships/tags" Target="../tags/tag17.xml"/><Relationship Id="rId31" Type="http://schemas.openxmlformats.org/officeDocument/2006/relationships/tags" Target="../tags/tag38.xml"/><Relationship Id="rId44" Type="http://schemas.openxmlformats.org/officeDocument/2006/relationships/image" Target="../media/image10.png"/><Relationship Id="rId52" Type="http://schemas.openxmlformats.org/officeDocument/2006/relationships/image" Target="../media/image18.png"/></Relationships>
</file>

<file path=ppt/slideLayouts/_rels/slideLayout2.xml.rels><?xml version="1.0" encoding="UTF-8" standalone="yes"?>
<Relationships xmlns="http://schemas.openxmlformats.org/package/2006/relationships"><Relationship Id="rId13" Type="http://schemas.openxmlformats.org/officeDocument/2006/relationships/tags" Target="../tags/tag53.xml"/><Relationship Id="rId18" Type="http://schemas.openxmlformats.org/officeDocument/2006/relationships/tags" Target="../tags/tag58.xml"/><Relationship Id="rId26" Type="http://schemas.openxmlformats.org/officeDocument/2006/relationships/tags" Target="../tags/tag66.xml"/><Relationship Id="rId21" Type="http://schemas.openxmlformats.org/officeDocument/2006/relationships/tags" Target="../tags/tag61.xml"/><Relationship Id="rId34" Type="http://schemas.openxmlformats.org/officeDocument/2006/relationships/tags" Target="../tags/tag74.xml"/><Relationship Id="rId7" Type="http://schemas.openxmlformats.org/officeDocument/2006/relationships/tags" Target="../tags/tag47.xml"/><Relationship Id="rId12" Type="http://schemas.openxmlformats.org/officeDocument/2006/relationships/tags" Target="../tags/tag52.xml"/><Relationship Id="rId17" Type="http://schemas.openxmlformats.org/officeDocument/2006/relationships/tags" Target="../tags/tag57.xml"/><Relationship Id="rId25" Type="http://schemas.openxmlformats.org/officeDocument/2006/relationships/tags" Target="../tags/tag65.xml"/><Relationship Id="rId33" Type="http://schemas.openxmlformats.org/officeDocument/2006/relationships/tags" Target="../tags/tag73.xml"/><Relationship Id="rId2" Type="http://schemas.openxmlformats.org/officeDocument/2006/relationships/tags" Target="../tags/tag42.xml"/><Relationship Id="rId16" Type="http://schemas.openxmlformats.org/officeDocument/2006/relationships/tags" Target="../tags/tag56.xml"/><Relationship Id="rId20" Type="http://schemas.openxmlformats.org/officeDocument/2006/relationships/tags" Target="../tags/tag60.xml"/><Relationship Id="rId29" Type="http://schemas.openxmlformats.org/officeDocument/2006/relationships/tags" Target="../tags/tag69.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24" Type="http://schemas.openxmlformats.org/officeDocument/2006/relationships/tags" Target="../tags/tag64.xml"/><Relationship Id="rId32" Type="http://schemas.openxmlformats.org/officeDocument/2006/relationships/tags" Target="../tags/tag72.xml"/><Relationship Id="rId37" Type="http://schemas.openxmlformats.org/officeDocument/2006/relationships/slideMaster" Target="../slideMasters/slideMaster1.xml"/><Relationship Id="rId5" Type="http://schemas.openxmlformats.org/officeDocument/2006/relationships/tags" Target="../tags/tag45.xml"/><Relationship Id="rId15" Type="http://schemas.openxmlformats.org/officeDocument/2006/relationships/tags" Target="../tags/tag55.xml"/><Relationship Id="rId23" Type="http://schemas.openxmlformats.org/officeDocument/2006/relationships/tags" Target="../tags/tag63.xml"/><Relationship Id="rId28" Type="http://schemas.openxmlformats.org/officeDocument/2006/relationships/tags" Target="../tags/tag68.xml"/><Relationship Id="rId36" Type="http://schemas.openxmlformats.org/officeDocument/2006/relationships/tags" Target="../tags/tag76.xml"/><Relationship Id="rId10" Type="http://schemas.openxmlformats.org/officeDocument/2006/relationships/tags" Target="../tags/tag50.xml"/><Relationship Id="rId19" Type="http://schemas.openxmlformats.org/officeDocument/2006/relationships/tags" Target="../tags/tag59.xml"/><Relationship Id="rId31" Type="http://schemas.openxmlformats.org/officeDocument/2006/relationships/tags" Target="../tags/tag71.xml"/><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tags" Target="../tags/tag54.xml"/><Relationship Id="rId22" Type="http://schemas.openxmlformats.org/officeDocument/2006/relationships/tags" Target="../tags/tag62.xml"/><Relationship Id="rId27" Type="http://schemas.openxmlformats.org/officeDocument/2006/relationships/tags" Target="../tags/tag67.xml"/><Relationship Id="rId30" Type="http://schemas.openxmlformats.org/officeDocument/2006/relationships/tags" Target="../tags/tag70.xml"/><Relationship Id="rId35" Type="http://schemas.openxmlformats.org/officeDocument/2006/relationships/tags" Target="../tags/tag75.xml"/><Relationship Id="rId8" Type="http://schemas.openxmlformats.org/officeDocument/2006/relationships/tags" Target="../tags/tag48.xml"/><Relationship Id="rId3" Type="http://schemas.openxmlformats.org/officeDocument/2006/relationships/tags" Target="../tags/tag43.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84.xml"/><Relationship Id="rId13" Type="http://schemas.openxmlformats.org/officeDocument/2006/relationships/tags" Target="../tags/tag89.xml"/><Relationship Id="rId3" Type="http://schemas.openxmlformats.org/officeDocument/2006/relationships/tags" Target="../tags/tag79.xml"/><Relationship Id="rId7" Type="http://schemas.openxmlformats.org/officeDocument/2006/relationships/tags" Target="../tags/tag83.xml"/><Relationship Id="rId12" Type="http://schemas.openxmlformats.org/officeDocument/2006/relationships/tags" Target="../tags/tag88.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tags" Target="../tags/tag82.xml"/><Relationship Id="rId11" Type="http://schemas.openxmlformats.org/officeDocument/2006/relationships/tags" Target="../tags/tag87.xml"/><Relationship Id="rId5" Type="http://schemas.openxmlformats.org/officeDocument/2006/relationships/tags" Target="../tags/tag81.xml"/><Relationship Id="rId15" Type="http://schemas.openxmlformats.org/officeDocument/2006/relationships/slideMaster" Target="../slideMasters/slideMaster1.xml"/><Relationship Id="rId10" Type="http://schemas.openxmlformats.org/officeDocument/2006/relationships/tags" Target="../tags/tag86.xml"/><Relationship Id="rId4" Type="http://schemas.openxmlformats.org/officeDocument/2006/relationships/tags" Target="../tags/tag80.xml"/><Relationship Id="rId9" Type="http://schemas.openxmlformats.org/officeDocument/2006/relationships/tags" Target="../tags/tag85.xml"/><Relationship Id="rId14" Type="http://schemas.openxmlformats.org/officeDocument/2006/relationships/tags" Target="../tags/tag9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93.xml"/><Relationship Id="rId7" Type="http://schemas.openxmlformats.org/officeDocument/2006/relationships/slideMaster" Target="../slideMasters/slideMaster1.xml"/><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tags" Target="../tags/tag96.xml"/><Relationship Id="rId5" Type="http://schemas.openxmlformats.org/officeDocument/2006/relationships/tags" Target="../tags/tag95.xml"/><Relationship Id="rId4" Type="http://schemas.openxmlformats.org/officeDocument/2006/relationships/tags" Target="../tags/tag94.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104.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 Id="rId5" Type="http://schemas.openxmlformats.org/officeDocument/2006/relationships/slideMaster" Target="../slideMasters/slideMaster1.xml"/><Relationship Id="rId4" Type="http://schemas.openxmlformats.org/officeDocument/2006/relationships/tags" Target="../tags/tag108.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114.xml"/><Relationship Id="rId7" Type="http://schemas.openxmlformats.org/officeDocument/2006/relationships/slideMaster" Target="../slideMasters/slideMaster1.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slideMaster" Target="../slideMasters/slideMaster1.xml"/><Relationship Id="rId5" Type="http://schemas.openxmlformats.org/officeDocument/2006/relationships/tags" Target="../tags/tag122.xml"/><Relationship Id="rId4" Type="http://schemas.openxmlformats.org/officeDocument/2006/relationships/tags" Target="../tags/tag12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 Id="rId5" Type="http://schemas.openxmlformats.org/officeDocument/2006/relationships/slideMaster" Target="../slideMasters/slideMaster1.xml"/><Relationship Id="rId4" Type="http://schemas.openxmlformats.org/officeDocument/2006/relationships/tags" Target="../tags/tag126.xml"/></Relationships>
</file>

<file path=ppt/slideLayouts/_rels/slideLayout11.xml.rels><?xml version="1.0" encoding="UTF-8" standalone="yes"?>
<Relationships xmlns="http://schemas.openxmlformats.org/package/2006/relationships"><Relationship Id="rId13" Type="http://schemas.openxmlformats.org/officeDocument/2006/relationships/tags" Target="../tags/tag139.xml"/><Relationship Id="rId18" Type="http://schemas.openxmlformats.org/officeDocument/2006/relationships/tags" Target="../tags/tag144.xml"/><Relationship Id="rId26" Type="http://schemas.openxmlformats.org/officeDocument/2006/relationships/tags" Target="../tags/tag152.xml"/><Relationship Id="rId21" Type="http://schemas.openxmlformats.org/officeDocument/2006/relationships/tags" Target="../tags/tag147.xml"/><Relationship Id="rId34" Type="http://schemas.openxmlformats.org/officeDocument/2006/relationships/tags" Target="../tags/tag160.xml"/><Relationship Id="rId7" Type="http://schemas.openxmlformats.org/officeDocument/2006/relationships/tags" Target="../tags/tag133.xml"/><Relationship Id="rId12" Type="http://schemas.openxmlformats.org/officeDocument/2006/relationships/tags" Target="../tags/tag138.xml"/><Relationship Id="rId17" Type="http://schemas.openxmlformats.org/officeDocument/2006/relationships/tags" Target="../tags/tag143.xml"/><Relationship Id="rId25" Type="http://schemas.openxmlformats.org/officeDocument/2006/relationships/tags" Target="../tags/tag151.xml"/><Relationship Id="rId33" Type="http://schemas.openxmlformats.org/officeDocument/2006/relationships/tags" Target="../tags/tag159.xml"/><Relationship Id="rId2" Type="http://schemas.openxmlformats.org/officeDocument/2006/relationships/tags" Target="../tags/tag128.xml"/><Relationship Id="rId16" Type="http://schemas.openxmlformats.org/officeDocument/2006/relationships/tags" Target="../tags/tag142.xml"/><Relationship Id="rId20" Type="http://schemas.openxmlformats.org/officeDocument/2006/relationships/tags" Target="../tags/tag146.xml"/><Relationship Id="rId29" Type="http://schemas.openxmlformats.org/officeDocument/2006/relationships/tags" Target="../tags/tag155.xml"/><Relationship Id="rId1" Type="http://schemas.openxmlformats.org/officeDocument/2006/relationships/tags" Target="../tags/tag127.xml"/><Relationship Id="rId6" Type="http://schemas.openxmlformats.org/officeDocument/2006/relationships/tags" Target="../tags/tag132.xml"/><Relationship Id="rId11" Type="http://schemas.openxmlformats.org/officeDocument/2006/relationships/tags" Target="../tags/tag137.xml"/><Relationship Id="rId24" Type="http://schemas.openxmlformats.org/officeDocument/2006/relationships/tags" Target="../tags/tag150.xml"/><Relationship Id="rId32" Type="http://schemas.openxmlformats.org/officeDocument/2006/relationships/tags" Target="../tags/tag158.xml"/><Relationship Id="rId37" Type="http://schemas.openxmlformats.org/officeDocument/2006/relationships/slideMaster" Target="../slideMasters/slideMaster1.xml"/><Relationship Id="rId5" Type="http://schemas.openxmlformats.org/officeDocument/2006/relationships/tags" Target="../tags/tag131.xml"/><Relationship Id="rId15" Type="http://schemas.openxmlformats.org/officeDocument/2006/relationships/tags" Target="../tags/tag141.xml"/><Relationship Id="rId23" Type="http://schemas.openxmlformats.org/officeDocument/2006/relationships/tags" Target="../tags/tag149.xml"/><Relationship Id="rId28" Type="http://schemas.openxmlformats.org/officeDocument/2006/relationships/tags" Target="../tags/tag154.xml"/><Relationship Id="rId36" Type="http://schemas.openxmlformats.org/officeDocument/2006/relationships/tags" Target="../tags/tag162.xml"/><Relationship Id="rId10" Type="http://schemas.openxmlformats.org/officeDocument/2006/relationships/tags" Target="../tags/tag136.xml"/><Relationship Id="rId19" Type="http://schemas.openxmlformats.org/officeDocument/2006/relationships/tags" Target="../tags/tag145.xml"/><Relationship Id="rId31" Type="http://schemas.openxmlformats.org/officeDocument/2006/relationships/tags" Target="../tags/tag157.xml"/><Relationship Id="rId4" Type="http://schemas.openxmlformats.org/officeDocument/2006/relationships/tags" Target="../tags/tag130.xml"/><Relationship Id="rId9" Type="http://schemas.openxmlformats.org/officeDocument/2006/relationships/tags" Target="../tags/tag135.xml"/><Relationship Id="rId14" Type="http://schemas.openxmlformats.org/officeDocument/2006/relationships/tags" Target="../tags/tag140.xml"/><Relationship Id="rId22" Type="http://schemas.openxmlformats.org/officeDocument/2006/relationships/tags" Target="../tags/tag148.xml"/><Relationship Id="rId27" Type="http://schemas.openxmlformats.org/officeDocument/2006/relationships/tags" Target="../tags/tag153.xml"/><Relationship Id="rId30" Type="http://schemas.openxmlformats.org/officeDocument/2006/relationships/tags" Target="../tags/tag156.xml"/><Relationship Id="rId35" Type="http://schemas.openxmlformats.org/officeDocument/2006/relationships/tags" Target="../tags/tag161.xml"/><Relationship Id="rId8" Type="http://schemas.openxmlformats.org/officeDocument/2006/relationships/tags" Target="../tags/tag134.xml"/><Relationship Id="rId3" Type="http://schemas.openxmlformats.org/officeDocument/2006/relationships/tags" Target="../tags/tag12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grpSp>
        <p:nvGrpSpPr>
          <p:cNvPr id="7" name="组合 6"/>
          <p:cNvGrpSpPr/>
          <p:nvPr>
            <p:custDataLst>
              <p:tags r:id="rId1"/>
            </p:custDataLst>
          </p:nvPr>
        </p:nvGrpSpPr>
        <p:grpSpPr>
          <a:xfrm>
            <a:off x="-471947" y="426580"/>
            <a:ext cx="2731686" cy="6524618"/>
            <a:chOff x="-471947" y="426580"/>
            <a:chExt cx="2731686" cy="6524618"/>
          </a:xfrm>
        </p:grpSpPr>
        <p:pic>
          <p:nvPicPr>
            <p:cNvPr id="76" name="图形 75"/>
            <p:cNvPicPr>
              <a:picLocks noChangeAspect="1"/>
            </p:cNvPicPr>
            <p:nvPr>
              <p:custDataLst>
                <p:tags r:id="rId24"/>
              </p:custDataLst>
            </p:nvPr>
          </p:nvPicPr>
          <p:blipFill>
            <a:blip r:embed="rId35" cstate="screen"/>
            <a:srcRect/>
            <a:stretch>
              <a:fillRect/>
            </a:stretch>
          </p:blipFill>
          <p:spPr>
            <a:xfrm rot="5862321">
              <a:off x="-2368413" y="2323046"/>
              <a:ext cx="6524618" cy="2731686"/>
            </a:xfrm>
            <a:custGeom>
              <a:avLst/>
              <a:gdLst>
                <a:gd name="connsiteX0" fmla="*/ 0 w 6524618"/>
                <a:gd name="connsiteY0" fmla="*/ 2731686 h 2731686"/>
                <a:gd name="connsiteX1" fmla="*/ 0 w 6524618"/>
                <a:gd name="connsiteY1" fmla="*/ 0 h 2731686"/>
                <a:gd name="connsiteX2" fmla="*/ 6274461 w 6524618"/>
                <a:gd name="connsiteY2" fmla="*/ 0 h 2731686"/>
                <a:gd name="connsiteX3" fmla="*/ 6524618 w 6524618"/>
                <a:gd name="connsiteY3" fmla="*/ 1848903 h 2731686"/>
              </a:gdLst>
              <a:ahLst/>
              <a:cxnLst>
                <a:cxn ang="0">
                  <a:pos x="connsiteX0" y="connsiteY0"/>
                </a:cxn>
                <a:cxn ang="0">
                  <a:pos x="connsiteX1" y="connsiteY1"/>
                </a:cxn>
                <a:cxn ang="0">
                  <a:pos x="connsiteX2" y="connsiteY2"/>
                </a:cxn>
                <a:cxn ang="0">
                  <a:pos x="connsiteX3" y="connsiteY3"/>
                </a:cxn>
              </a:cxnLst>
              <a:rect l="l" t="t" r="r" b="b"/>
              <a:pathLst>
                <a:path w="6524618" h="2731686">
                  <a:moveTo>
                    <a:pt x="0" y="2731686"/>
                  </a:moveTo>
                  <a:lnTo>
                    <a:pt x="0" y="0"/>
                  </a:lnTo>
                  <a:lnTo>
                    <a:pt x="6274461" y="0"/>
                  </a:lnTo>
                  <a:lnTo>
                    <a:pt x="6524618" y="1848903"/>
                  </a:lnTo>
                  <a:close/>
                </a:path>
              </a:pathLst>
            </a:custGeom>
          </p:spPr>
        </p:pic>
        <p:pic>
          <p:nvPicPr>
            <p:cNvPr id="77" name="图形 76"/>
            <p:cNvPicPr>
              <a:picLocks noChangeAspect="1"/>
            </p:cNvPicPr>
            <p:nvPr>
              <p:custDataLst>
                <p:tags r:id="rId25"/>
              </p:custDataLst>
            </p:nvPr>
          </p:nvPicPr>
          <p:blipFill>
            <a:blip r:embed="rId36" cstate="screen"/>
            <a:srcRect/>
            <a:stretch>
              <a:fillRect/>
            </a:stretch>
          </p:blipFill>
          <p:spPr>
            <a:xfrm rot="5862321">
              <a:off x="-2373210" y="2484822"/>
              <a:ext cx="6368456" cy="2543290"/>
            </a:xfrm>
            <a:custGeom>
              <a:avLst/>
              <a:gdLst>
                <a:gd name="connsiteX0" fmla="*/ 0 w 6368456"/>
                <a:gd name="connsiteY0" fmla="*/ 2543290 h 2543290"/>
                <a:gd name="connsiteX1" fmla="*/ 0 w 6368456"/>
                <a:gd name="connsiteY1" fmla="*/ 0 h 2543290"/>
                <a:gd name="connsiteX2" fmla="*/ 6140930 w 6368456"/>
                <a:gd name="connsiteY2" fmla="*/ 0 h 2543290"/>
                <a:gd name="connsiteX3" fmla="*/ 6368456 w 6368456"/>
                <a:gd name="connsiteY3" fmla="*/ 1681635 h 2543290"/>
              </a:gdLst>
              <a:ahLst/>
              <a:cxnLst>
                <a:cxn ang="0">
                  <a:pos x="connsiteX0" y="connsiteY0"/>
                </a:cxn>
                <a:cxn ang="0">
                  <a:pos x="connsiteX1" y="connsiteY1"/>
                </a:cxn>
                <a:cxn ang="0">
                  <a:pos x="connsiteX2" y="connsiteY2"/>
                </a:cxn>
                <a:cxn ang="0">
                  <a:pos x="connsiteX3" y="connsiteY3"/>
                </a:cxn>
              </a:cxnLst>
              <a:rect l="l" t="t" r="r" b="b"/>
              <a:pathLst>
                <a:path w="6368456" h="2543290">
                  <a:moveTo>
                    <a:pt x="0" y="2543290"/>
                  </a:moveTo>
                  <a:lnTo>
                    <a:pt x="0" y="0"/>
                  </a:lnTo>
                  <a:lnTo>
                    <a:pt x="6140930" y="0"/>
                  </a:lnTo>
                  <a:lnTo>
                    <a:pt x="6368456" y="1681635"/>
                  </a:lnTo>
                  <a:close/>
                </a:path>
              </a:pathLst>
            </a:custGeom>
          </p:spPr>
        </p:pic>
        <p:pic>
          <p:nvPicPr>
            <p:cNvPr id="78" name="图形 77"/>
            <p:cNvPicPr>
              <a:picLocks noChangeAspect="1"/>
            </p:cNvPicPr>
            <p:nvPr>
              <p:custDataLst>
                <p:tags r:id="rId26"/>
              </p:custDataLst>
            </p:nvPr>
          </p:nvPicPr>
          <p:blipFill>
            <a:blip r:embed="rId37" cstate="screen"/>
            <a:srcRect/>
            <a:stretch>
              <a:fillRect/>
            </a:stretch>
          </p:blipFill>
          <p:spPr>
            <a:xfrm rot="5862321">
              <a:off x="-2378008" y="2646598"/>
              <a:ext cx="6212295" cy="2354894"/>
            </a:xfrm>
            <a:custGeom>
              <a:avLst/>
              <a:gdLst>
                <a:gd name="connsiteX0" fmla="*/ 0 w 6212295"/>
                <a:gd name="connsiteY0" fmla="*/ 2354894 h 2354894"/>
                <a:gd name="connsiteX1" fmla="*/ 0 w 6212295"/>
                <a:gd name="connsiteY1" fmla="*/ 0 h 2354894"/>
                <a:gd name="connsiteX2" fmla="*/ 6007400 w 6212295"/>
                <a:gd name="connsiteY2" fmla="*/ 0 h 2354894"/>
                <a:gd name="connsiteX3" fmla="*/ 6212295 w 6212295"/>
                <a:gd name="connsiteY3" fmla="*/ 1514368 h 2354894"/>
              </a:gdLst>
              <a:ahLst/>
              <a:cxnLst>
                <a:cxn ang="0">
                  <a:pos x="connsiteX0" y="connsiteY0"/>
                </a:cxn>
                <a:cxn ang="0">
                  <a:pos x="connsiteX1" y="connsiteY1"/>
                </a:cxn>
                <a:cxn ang="0">
                  <a:pos x="connsiteX2" y="connsiteY2"/>
                </a:cxn>
                <a:cxn ang="0">
                  <a:pos x="connsiteX3" y="connsiteY3"/>
                </a:cxn>
              </a:cxnLst>
              <a:rect l="l" t="t" r="r" b="b"/>
              <a:pathLst>
                <a:path w="6212295" h="2354894">
                  <a:moveTo>
                    <a:pt x="0" y="2354894"/>
                  </a:moveTo>
                  <a:lnTo>
                    <a:pt x="0" y="0"/>
                  </a:lnTo>
                  <a:lnTo>
                    <a:pt x="6007400" y="0"/>
                  </a:lnTo>
                  <a:lnTo>
                    <a:pt x="6212295" y="1514368"/>
                  </a:lnTo>
                  <a:close/>
                </a:path>
              </a:pathLst>
            </a:custGeom>
          </p:spPr>
        </p:pic>
        <p:pic>
          <p:nvPicPr>
            <p:cNvPr id="79" name="图形 78"/>
            <p:cNvPicPr>
              <a:picLocks noChangeAspect="1"/>
            </p:cNvPicPr>
            <p:nvPr>
              <p:custDataLst>
                <p:tags r:id="rId27"/>
              </p:custDataLst>
            </p:nvPr>
          </p:nvPicPr>
          <p:blipFill>
            <a:blip r:embed="rId38" cstate="screen"/>
            <a:srcRect/>
            <a:stretch>
              <a:fillRect/>
            </a:stretch>
          </p:blipFill>
          <p:spPr>
            <a:xfrm rot="5862321">
              <a:off x="-2368508" y="2830373"/>
              <a:ext cx="6021955" cy="2156238"/>
            </a:xfrm>
            <a:custGeom>
              <a:avLst/>
              <a:gdLst>
                <a:gd name="connsiteX0" fmla="*/ 0 w 6021955"/>
                <a:gd name="connsiteY0" fmla="*/ 2156238 h 2156238"/>
                <a:gd name="connsiteX1" fmla="*/ 0 w 6021955"/>
                <a:gd name="connsiteY1" fmla="*/ 0 h 2156238"/>
                <a:gd name="connsiteX2" fmla="*/ 5840454 w 6021955"/>
                <a:gd name="connsiteY2" fmla="*/ 0 h 2156238"/>
                <a:gd name="connsiteX3" fmla="*/ 6021955 w 6021955"/>
                <a:gd name="connsiteY3" fmla="*/ 1341465 h 2156238"/>
              </a:gdLst>
              <a:ahLst/>
              <a:cxnLst>
                <a:cxn ang="0">
                  <a:pos x="connsiteX0" y="connsiteY0"/>
                </a:cxn>
                <a:cxn ang="0">
                  <a:pos x="connsiteX1" y="connsiteY1"/>
                </a:cxn>
                <a:cxn ang="0">
                  <a:pos x="connsiteX2" y="connsiteY2"/>
                </a:cxn>
                <a:cxn ang="0">
                  <a:pos x="connsiteX3" y="connsiteY3"/>
                </a:cxn>
              </a:cxnLst>
              <a:rect l="l" t="t" r="r" b="b"/>
              <a:pathLst>
                <a:path w="6021955" h="2156238">
                  <a:moveTo>
                    <a:pt x="0" y="2156238"/>
                  </a:moveTo>
                  <a:lnTo>
                    <a:pt x="0" y="0"/>
                  </a:lnTo>
                  <a:lnTo>
                    <a:pt x="5840454" y="0"/>
                  </a:lnTo>
                  <a:lnTo>
                    <a:pt x="6021955" y="1341465"/>
                  </a:lnTo>
                  <a:close/>
                </a:path>
              </a:pathLst>
            </a:custGeom>
          </p:spPr>
        </p:pic>
        <p:pic>
          <p:nvPicPr>
            <p:cNvPr id="80" name="图形 79"/>
            <p:cNvPicPr>
              <a:picLocks noChangeAspect="1"/>
            </p:cNvPicPr>
            <p:nvPr>
              <p:custDataLst>
                <p:tags r:id="rId28"/>
              </p:custDataLst>
            </p:nvPr>
          </p:nvPicPr>
          <p:blipFill>
            <a:blip r:embed="rId39" cstate="screen"/>
            <a:srcRect/>
            <a:stretch>
              <a:fillRect/>
            </a:stretch>
          </p:blipFill>
          <p:spPr>
            <a:xfrm rot="5862321">
              <a:off x="-2373307" y="2992149"/>
              <a:ext cx="5865794" cy="1967842"/>
            </a:xfrm>
            <a:custGeom>
              <a:avLst/>
              <a:gdLst>
                <a:gd name="connsiteX0" fmla="*/ 0 w 5865794"/>
                <a:gd name="connsiteY0" fmla="*/ 1967842 h 1967842"/>
                <a:gd name="connsiteX1" fmla="*/ 0 w 5865794"/>
                <a:gd name="connsiteY1" fmla="*/ 0 h 1967842"/>
                <a:gd name="connsiteX2" fmla="*/ 5706924 w 5865794"/>
                <a:gd name="connsiteY2" fmla="*/ 0 h 1967842"/>
                <a:gd name="connsiteX3" fmla="*/ 5865794 w 5865794"/>
                <a:gd name="connsiteY3" fmla="*/ 1174198 h 1967842"/>
              </a:gdLst>
              <a:ahLst/>
              <a:cxnLst>
                <a:cxn ang="0">
                  <a:pos x="connsiteX0" y="connsiteY0"/>
                </a:cxn>
                <a:cxn ang="0">
                  <a:pos x="connsiteX1" y="connsiteY1"/>
                </a:cxn>
                <a:cxn ang="0">
                  <a:pos x="connsiteX2" y="connsiteY2"/>
                </a:cxn>
                <a:cxn ang="0">
                  <a:pos x="connsiteX3" y="connsiteY3"/>
                </a:cxn>
              </a:cxnLst>
              <a:rect l="l" t="t" r="r" b="b"/>
              <a:pathLst>
                <a:path w="5865794" h="1967842">
                  <a:moveTo>
                    <a:pt x="0" y="1967842"/>
                  </a:moveTo>
                  <a:lnTo>
                    <a:pt x="0" y="0"/>
                  </a:lnTo>
                  <a:lnTo>
                    <a:pt x="5706924" y="0"/>
                  </a:lnTo>
                  <a:lnTo>
                    <a:pt x="5865794" y="1174198"/>
                  </a:lnTo>
                  <a:close/>
                </a:path>
              </a:pathLst>
            </a:custGeom>
          </p:spPr>
        </p:pic>
        <p:pic>
          <p:nvPicPr>
            <p:cNvPr id="81" name="图形 80"/>
            <p:cNvPicPr>
              <a:picLocks noChangeAspect="1"/>
            </p:cNvPicPr>
            <p:nvPr>
              <p:custDataLst>
                <p:tags r:id="rId29"/>
              </p:custDataLst>
            </p:nvPr>
          </p:nvPicPr>
          <p:blipFill>
            <a:blip r:embed="rId40" cstate="screen"/>
            <a:srcRect/>
            <a:stretch>
              <a:fillRect/>
            </a:stretch>
          </p:blipFill>
          <p:spPr>
            <a:xfrm rot="5862321">
              <a:off x="-2378105" y="3153926"/>
              <a:ext cx="5709632" cy="1779446"/>
            </a:xfrm>
            <a:custGeom>
              <a:avLst/>
              <a:gdLst>
                <a:gd name="connsiteX0" fmla="*/ 0 w 5709632"/>
                <a:gd name="connsiteY0" fmla="*/ 1779446 h 1779446"/>
                <a:gd name="connsiteX1" fmla="*/ 0 w 5709632"/>
                <a:gd name="connsiteY1" fmla="*/ 0 h 1779446"/>
                <a:gd name="connsiteX2" fmla="*/ 5573393 w 5709632"/>
                <a:gd name="connsiteY2" fmla="*/ 0 h 1779446"/>
                <a:gd name="connsiteX3" fmla="*/ 5709632 w 5709632"/>
                <a:gd name="connsiteY3" fmla="*/ 1006931 h 1779446"/>
              </a:gdLst>
              <a:ahLst/>
              <a:cxnLst>
                <a:cxn ang="0">
                  <a:pos x="connsiteX0" y="connsiteY0"/>
                </a:cxn>
                <a:cxn ang="0">
                  <a:pos x="connsiteX1" y="connsiteY1"/>
                </a:cxn>
                <a:cxn ang="0">
                  <a:pos x="connsiteX2" y="connsiteY2"/>
                </a:cxn>
                <a:cxn ang="0">
                  <a:pos x="connsiteX3" y="connsiteY3"/>
                </a:cxn>
              </a:cxnLst>
              <a:rect l="l" t="t" r="r" b="b"/>
              <a:pathLst>
                <a:path w="5709632" h="1779446">
                  <a:moveTo>
                    <a:pt x="0" y="1779446"/>
                  </a:moveTo>
                  <a:lnTo>
                    <a:pt x="0" y="0"/>
                  </a:lnTo>
                  <a:lnTo>
                    <a:pt x="5573393" y="0"/>
                  </a:lnTo>
                  <a:lnTo>
                    <a:pt x="5709632" y="1006931"/>
                  </a:lnTo>
                  <a:close/>
                </a:path>
              </a:pathLst>
            </a:custGeom>
          </p:spPr>
        </p:pic>
        <p:pic>
          <p:nvPicPr>
            <p:cNvPr id="82" name="图形 81"/>
            <p:cNvPicPr>
              <a:picLocks noChangeAspect="1"/>
            </p:cNvPicPr>
            <p:nvPr>
              <p:custDataLst>
                <p:tags r:id="rId30"/>
              </p:custDataLst>
            </p:nvPr>
          </p:nvPicPr>
          <p:blipFill>
            <a:blip r:embed="rId41" cstate="screen"/>
            <a:srcRect/>
            <a:stretch>
              <a:fillRect/>
            </a:stretch>
          </p:blipFill>
          <p:spPr>
            <a:xfrm rot="5862321">
              <a:off x="-2382902" y="3315702"/>
              <a:ext cx="5553471" cy="1591050"/>
            </a:xfrm>
            <a:custGeom>
              <a:avLst/>
              <a:gdLst>
                <a:gd name="connsiteX0" fmla="*/ 0 w 5553471"/>
                <a:gd name="connsiteY0" fmla="*/ 1591050 h 1591050"/>
                <a:gd name="connsiteX1" fmla="*/ 0 w 5553471"/>
                <a:gd name="connsiteY1" fmla="*/ 0 h 1591050"/>
                <a:gd name="connsiteX2" fmla="*/ 5439864 w 5553471"/>
                <a:gd name="connsiteY2" fmla="*/ 0 h 1591050"/>
                <a:gd name="connsiteX3" fmla="*/ 5553471 w 5553471"/>
                <a:gd name="connsiteY3" fmla="*/ 839663 h 1591050"/>
              </a:gdLst>
              <a:ahLst/>
              <a:cxnLst>
                <a:cxn ang="0">
                  <a:pos x="connsiteX0" y="connsiteY0"/>
                </a:cxn>
                <a:cxn ang="0">
                  <a:pos x="connsiteX1" y="connsiteY1"/>
                </a:cxn>
                <a:cxn ang="0">
                  <a:pos x="connsiteX2" y="connsiteY2"/>
                </a:cxn>
                <a:cxn ang="0">
                  <a:pos x="connsiteX3" y="connsiteY3"/>
                </a:cxn>
              </a:cxnLst>
              <a:rect l="l" t="t" r="r" b="b"/>
              <a:pathLst>
                <a:path w="5553471" h="1591050">
                  <a:moveTo>
                    <a:pt x="0" y="1591050"/>
                  </a:moveTo>
                  <a:lnTo>
                    <a:pt x="0" y="0"/>
                  </a:lnTo>
                  <a:lnTo>
                    <a:pt x="5439864" y="0"/>
                  </a:lnTo>
                  <a:lnTo>
                    <a:pt x="5553471" y="839663"/>
                  </a:lnTo>
                  <a:close/>
                </a:path>
              </a:pathLst>
            </a:custGeom>
          </p:spPr>
        </p:pic>
        <p:pic>
          <p:nvPicPr>
            <p:cNvPr id="83" name="图形 82"/>
            <p:cNvPicPr>
              <a:picLocks noChangeAspect="1"/>
            </p:cNvPicPr>
            <p:nvPr>
              <p:custDataLst>
                <p:tags r:id="rId31"/>
              </p:custDataLst>
            </p:nvPr>
          </p:nvPicPr>
          <p:blipFill>
            <a:blip r:embed="rId42" cstate="screen"/>
            <a:srcRect/>
            <a:stretch>
              <a:fillRect/>
            </a:stretch>
          </p:blipFill>
          <p:spPr>
            <a:xfrm rot="5862321">
              <a:off x="-2387700" y="3477479"/>
              <a:ext cx="5397308" cy="1402654"/>
            </a:xfrm>
            <a:custGeom>
              <a:avLst/>
              <a:gdLst>
                <a:gd name="connsiteX0" fmla="*/ 0 w 5397308"/>
                <a:gd name="connsiteY0" fmla="*/ 1402654 h 1402654"/>
                <a:gd name="connsiteX1" fmla="*/ 0 w 5397308"/>
                <a:gd name="connsiteY1" fmla="*/ 0 h 1402654"/>
                <a:gd name="connsiteX2" fmla="*/ 5306333 w 5397308"/>
                <a:gd name="connsiteY2" fmla="*/ 0 h 1402654"/>
                <a:gd name="connsiteX3" fmla="*/ 5397308 w 5397308"/>
                <a:gd name="connsiteY3" fmla="*/ 672396 h 1402654"/>
              </a:gdLst>
              <a:ahLst/>
              <a:cxnLst>
                <a:cxn ang="0">
                  <a:pos x="connsiteX0" y="connsiteY0"/>
                </a:cxn>
                <a:cxn ang="0">
                  <a:pos x="connsiteX1" y="connsiteY1"/>
                </a:cxn>
                <a:cxn ang="0">
                  <a:pos x="connsiteX2" y="connsiteY2"/>
                </a:cxn>
                <a:cxn ang="0">
                  <a:pos x="connsiteX3" y="connsiteY3"/>
                </a:cxn>
              </a:cxnLst>
              <a:rect l="l" t="t" r="r" b="b"/>
              <a:pathLst>
                <a:path w="5397308" h="1402654">
                  <a:moveTo>
                    <a:pt x="0" y="1402654"/>
                  </a:moveTo>
                  <a:lnTo>
                    <a:pt x="0" y="0"/>
                  </a:lnTo>
                  <a:lnTo>
                    <a:pt x="5306333" y="0"/>
                  </a:lnTo>
                  <a:lnTo>
                    <a:pt x="5397308" y="672396"/>
                  </a:lnTo>
                  <a:close/>
                </a:path>
              </a:pathLst>
            </a:custGeom>
          </p:spPr>
        </p:pic>
        <p:pic>
          <p:nvPicPr>
            <p:cNvPr id="84" name="图形 83"/>
            <p:cNvPicPr>
              <a:picLocks noChangeAspect="1"/>
            </p:cNvPicPr>
            <p:nvPr>
              <p:custDataLst>
                <p:tags r:id="rId32"/>
              </p:custDataLst>
            </p:nvPr>
          </p:nvPicPr>
          <p:blipFill>
            <a:blip r:embed="rId43" cstate="screen"/>
            <a:srcRect/>
            <a:stretch>
              <a:fillRect/>
            </a:stretch>
          </p:blipFill>
          <p:spPr>
            <a:xfrm rot="5862321">
              <a:off x="-2392497" y="3639256"/>
              <a:ext cx="5241147" cy="1214257"/>
            </a:xfrm>
            <a:custGeom>
              <a:avLst/>
              <a:gdLst>
                <a:gd name="connsiteX0" fmla="*/ 0 w 5241147"/>
                <a:gd name="connsiteY0" fmla="*/ 1214257 h 1214257"/>
                <a:gd name="connsiteX1" fmla="*/ 0 w 5241147"/>
                <a:gd name="connsiteY1" fmla="*/ 0 h 1214257"/>
                <a:gd name="connsiteX2" fmla="*/ 5172803 w 5241147"/>
                <a:gd name="connsiteY2" fmla="*/ 0 h 1214257"/>
                <a:gd name="connsiteX3" fmla="*/ 5241147 w 5241147"/>
                <a:gd name="connsiteY3" fmla="*/ 505127 h 1214257"/>
              </a:gdLst>
              <a:ahLst/>
              <a:cxnLst>
                <a:cxn ang="0">
                  <a:pos x="connsiteX0" y="connsiteY0"/>
                </a:cxn>
                <a:cxn ang="0">
                  <a:pos x="connsiteX1" y="connsiteY1"/>
                </a:cxn>
                <a:cxn ang="0">
                  <a:pos x="connsiteX2" y="connsiteY2"/>
                </a:cxn>
                <a:cxn ang="0">
                  <a:pos x="connsiteX3" y="connsiteY3"/>
                </a:cxn>
              </a:cxnLst>
              <a:rect l="l" t="t" r="r" b="b"/>
              <a:pathLst>
                <a:path w="5241147" h="1214257">
                  <a:moveTo>
                    <a:pt x="0" y="1214257"/>
                  </a:moveTo>
                  <a:lnTo>
                    <a:pt x="0" y="0"/>
                  </a:lnTo>
                  <a:lnTo>
                    <a:pt x="5172803" y="0"/>
                  </a:lnTo>
                  <a:lnTo>
                    <a:pt x="5241147" y="505127"/>
                  </a:lnTo>
                  <a:close/>
                </a:path>
              </a:pathLst>
            </a:custGeom>
          </p:spPr>
        </p:pic>
        <p:pic>
          <p:nvPicPr>
            <p:cNvPr id="85" name="图形 84"/>
            <p:cNvPicPr>
              <a:picLocks noChangeAspect="1"/>
            </p:cNvPicPr>
            <p:nvPr>
              <p:custDataLst>
                <p:tags r:id="rId33"/>
              </p:custDataLst>
            </p:nvPr>
          </p:nvPicPr>
          <p:blipFill>
            <a:blip r:embed="rId44" cstate="screen"/>
            <a:srcRect/>
            <a:stretch>
              <a:fillRect/>
            </a:stretch>
          </p:blipFill>
          <p:spPr>
            <a:xfrm rot="5862321">
              <a:off x="-2397295" y="3801033"/>
              <a:ext cx="5084985" cy="1025861"/>
            </a:xfrm>
            <a:custGeom>
              <a:avLst/>
              <a:gdLst>
                <a:gd name="connsiteX0" fmla="*/ 0 w 5084985"/>
                <a:gd name="connsiteY0" fmla="*/ 1025861 h 1025861"/>
                <a:gd name="connsiteX1" fmla="*/ 0 w 5084985"/>
                <a:gd name="connsiteY1" fmla="*/ 0 h 1025861"/>
                <a:gd name="connsiteX2" fmla="*/ 5039273 w 5084985"/>
                <a:gd name="connsiteY2" fmla="*/ 0 h 1025861"/>
                <a:gd name="connsiteX3" fmla="*/ 5084985 w 5084985"/>
                <a:gd name="connsiteY3" fmla="*/ 337860 h 1025861"/>
              </a:gdLst>
              <a:ahLst/>
              <a:cxnLst>
                <a:cxn ang="0">
                  <a:pos x="connsiteX0" y="connsiteY0"/>
                </a:cxn>
                <a:cxn ang="0">
                  <a:pos x="connsiteX1" y="connsiteY1"/>
                </a:cxn>
                <a:cxn ang="0">
                  <a:pos x="connsiteX2" y="connsiteY2"/>
                </a:cxn>
                <a:cxn ang="0">
                  <a:pos x="connsiteX3" y="connsiteY3"/>
                </a:cxn>
              </a:cxnLst>
              <a:rect l="l" t="t" r="r" b="b"/>
              <a:pathLst>
                <a:path w="5084985" h="1025861">
                  <a:moveTo>
                    <a:pt x="0" y="1025861"/>
                  </a:moveTo>
                  <a:lnTo>
                    <a:pt x="0" y="0"/>
                  </a:lnTo>
                  <a:lnTo>
                    <a:pt x="5039273" y="0"/>
                  </a:lnTo>
                  <a:lnTo>
                    <a:pt x="5084985" y="337860"/>
                  </a:lnTo>
                  <a:close/>
                </a:path>
              </a:pathLst>
            </a:custGeom>
          </p:spPr>
        </p:pic>
      </p:grpSp>
      <p:grpSp>
        <p:nvGrpSpPr>
          <p:cNvPr id="6" name="组合 5"/>
          <p:cNvGrpSpPr/>
          <p:nvPr>
            <p:custDataLst>
              <p:tags r:id="rId2"/>
            </p:custDataLst>
          </p:nvPr>
        </p:nvGrpSpPr>
        <p:grpSpPr>
          <a:xfrm>
            <a:off x="6576749" y="-48319"/>
            <a:ext cx="5615250" cy="7230169"/>
            <a:chOff x="6576749" y="-48319"/>
            <a:chExt cx="5615250" cy="7230169"/>
          </a:xfrm>
        </p:grpSpPr>
        <p:pic>
          <p:nvPicPr>
            <p:cNvPr id="87" name="图形 86"/>
            <p:cNvPicPr>
              <a:picLocks noChangeAspect="1"/>
            </p:cNvPicPr>
            <p:nvPr>
              <p:custDataLst>
                <p:tags r:id="rId9"/>
              </p:custDataLst>
            </p:nvPr>
          </p:nvPicPr>
          <p:blipFill>
            <a:blip r:embed="rId45" cstate="screen"/>
            <a:srcRect/>
            <a:stretch>
              <a:fillRect/>
            </a:stretch>
          </p:blipFill>
          <p:spPr>
            <a:xfrm>
              <a:off x="6576749" y="0"/>
              <a:ext cx="5615250" cy="6267450"/>
            </a:xfrm>
            <a:custGeom>
              <a:avLst/>
              <a:gdLst>
                <a:gd name="connsiteX0" fmla="*/ 0 w 5615250"/>
                <a:gd name="connsiteY0" fmla="*/ 0 h 6267450"/>
                <a:gd name="connsiteX1" fmla="*/ 5615250 w 5615250"/>
                <a:gd name="connsiteY1" fmla="*/ 0 h 6267450"/>
                <a:gd name="connsiteX2" fmla="*/ 5615250 w 5615250"/>
                <a:gd name="connsiteY2" fmla="*/ 6267450 h 6267450"/>
                <a:gd name="connsiteX3" fmla="*/ 0 w 5615250"/>
                <a:gd name="connsiteY3" fmla="*/ 6267450 h 6267450"/>
              </a:gdLst>
              <a:ahLst/>
              <a:cxnLst>
                <a:cxn ang="0">
                  <a:pos x="connsiteX0" y="connsiteY0"/>
                </a:cxn>
                <a:cxn ang="0">
                  <a:pos x="connsiteX1" y="connsiteY1"/>
                </a:cxn>
                <a:cxn ang="0">
                  <a:pos x="connsiteX2" y="connsiteY2"/>
                </a:cxn>
                <a:cxn ang="0">
                  <a:pos x="connsiteX3" y="connsiteY3"/>
                </a:cxn>
              </a:cxnLst>
              <a:rect l="l" t="t" r="r" b="b"/>
              <a:pathLst>
                <a:path w="5615250" h="6267450">
                  <a:moveTo>
                    <a:pt x="0" y="0"/>
                  </a:moveTo>
                  <a:lnTo>
                    <a:pt x="5615250" y="0"/>
                  </a:lnTo>
                  <a:lnTo>
                    <a:pt x="5615250" y="6267450"/>
                  </a:lnTo>
                  <a:lnTo>
                    <a:pt x="0" y="6267450"/>
                  </a:lnTo>
                  <a:close/>
                </a:path>
              </a:pathLst>
            </a:custGeom>
          </p:spPr>
        </p:pic>
        <p:pic>
          <p:nvPicPr>
            <p:cNvPr id="88" name="图形 87"/>
            <p:cNvPicPr>
              <a:picLocks noChangeAspect="1"/>
            </p:cNvPicPr>
            <p:nvPr>
              <p:custDataLst>
                <p:tags r:id="rId10"/>
              </p:custDataLst>
            </p:nvPr>
          </p:nvPicPr>
          <p:blipFill>
            <a:blip r:embed="rId46" cstate="screen"/>
            <a:srcRect/>
            <a:stretch>
              <a:fillRect/>
            </a:stretch>
          </p:blipFill>
          <p:spPr>
            <a:xfrm>
              <a:off x="6729149" y="0"/>
              <a:ext cx="5462850" cy="6419850"/>
            </a:xfrm>
            <a:custGeom>
              <a:avLst/>
              <a:gdLst>
                <a:gd name="connsiteX0" fmla="*/ 0 w 5462850"/>
                <a:gd name="connsiteY0" fmla="*/ 0 h 6419850"/>
                <a:gd name="connsiteX1" fmla="*/ 5462850 w 5462850"/>
                <a:gd name="connsiteY1" fmla="*/ 0 h 6419850"/>
                <a:gd name="connsiteX2" fmla="*/ 5462850 w 5462850"/>
                <a:gd name="connsiteY2" fmla="*/ 6419850 h 6419850"/>
                <a:gd name="connsiteX3" fmla="*/ 0 w 5462850"/>
                <a:gd name="connsiteY3" fmla="*/ 6419850 h 6419850"/>
              </a:gdLst>
              <a:ahLst/>
              <a:cxnLst>
                <a:cxn ang="0">
                  <a:pos x="connsiteX0" y="connsiteY0"/>
                </a:cxn>
                <a:cxn ang="0">
                  <a:pos x="connsiteX1" y="connsiteY1"/>
                </a:cxn>
                <a:cxn ang="0">
                  <a:pos x="connsiteX2" y="connsiteY2"/>
                </a:cxn>
                <a:cxn ang="0">
                  <a:pos x="connsiteX3" y="connsiteY3"/>
                </a:cxn>
              </a:cxnLst>
              <a:rect l="l" t="t" r="r" b="b"/>
              <a:pathLst>
                <a:path w="5462850" h="6419850">
                  <a:moveTo>
                    <a:pt x="0" y="0"/>
                  </a:moveTo>
                  <a:lnTo>
                    <a:pt x="5462850" y="0"/>
                  </a:lnTo>
                  <a:lnTo>
                    <a:pt x="5462850" y="6419850"/>
                  </a:lnTo>
                  <a:lnTo>
                    <a:pt x="0" y="6419850"/>
                  </a:lnTo>
                  <a:close/>
                </a:path>
              </a:pathLst>
            </a:custGeom>
          </p:spPr>
        </p:pic>
        <p:pic>
          <p:nvPicPr>
            <p:cNvPr id="89" name="图形 88"/>
            <p:cNvPicPr>
              <a:picLocks noChangeAspect="1"/>
            </p:cNvPicPr>
            <p:nvPr>
              <p:custDataLst>
                <p:tags r:id="rId11"/>
              </p:custDataLst>
            </p:nvPr>
          </p:nvPicPr>
          <p:blipFill>
            <a:blip r:embed="rId47" cstate="screen"/>
            <a:srcRect/>
            <a:stretch>
              <a:fillRect/>
            </a:stretch>
          </p:blipFill>
          <p:spPr>
            <a:xfrm>
              <a:off x="6881549" y="0"/>
              <a:ext cx="5310450" cy="6572250"/>
            </a:xfrm>
            <a:custGeom>
              <a:avLst/>
              <a:gdLst>
                <a:gd name="connsiteX0" fmla="*/ 0 w 5310450"/>
                <a:gd name="connsiteY0" fmla="*/ 0 h 6572250"/>
                <a:gd name="connsiteX1" fmla="*/ 5310450 w 5310450"/>
                <a:gd name="connsiteY1" fmla="*/ 0 h 6572250"/>
                <a:gd name="connsiteX2" fmla="*/ 5310450 w 5310450"/>
                <a:gd name="connsiteY2" fmla="*/ 6572250 h 6572250"/>
                <a:gd name="connsiteX3" fmla="*/ 0 w 5310450"/>
                <a:gd name="connsiteY3" fmla="*/ 6572250 h 6572250"/>
              </a:gdLst>
              <a:ahLst/>
              <a:cxnLst>
                <a:cxn ang="0">
                  <a:pos x="connsiteX0" y="connsiteY0"/>
                </a:cxn>
                <a:cxn ang="0">
                  <a:pos x="connsiteX1" y="connsiteY1"/>
                </a:cxn>
                <a:cxn ang="0">
                  <a:pos x="connsiteX2" y="connsiteY2"/>
                </a:cxn>
                <a:cxn ang="0">
                  <a:pos x="connsiteX3" y="connsiteY3"/>
                </a:cxn>
              </a:cxnLst>
              <a:rect l="l" t="t" r="r" b="b"/>
              <a:pathLst>
                <a:path w="5310450" h="6572250">
                  <a:moveTo>
                    <a:pt x="0" y="0"/>
                  </a:moveTo>
                  <a:lnTo>
                    <a:pt x="5310450" y="0"/>
                  </a:lnTo>
                  <a:lnTo>
                    <a:pt x="5310450" y="6572250"/>
                  </a:lnTo>
                  <a:lnTo>
                    <a:pt x="0" y="6572250"/>
                  </a:lnTo>
                  <a:close/>
                </a:path>
              </a:pathLst>
            </a:custGeom>
          </p:spPr>
        </p:pic>
        <p:pic>
          <p:nvPicPr>
            <p:cNvPr id="90" name="图形 89"/>
            <p:cNvPicPr>
              <a:picLocks noChangeAspect="1"/>
            </p:cNvPicPr>
            <p:nvPr>
              <p:custDataLst>
                <p:tags r:id="rId12"/>
              </p:custDataLst>
            </p:nvPr>
          </p:nvPicPr>
          <p:blipFill>
            <a:blip r:embed="rId48" cstate="screen"/>
            <a:srcRect/>
            <a:stretch>
              <a:fillRect/>
            </a:stretch>
          </p:blipFill>
          <p:spPr>
            <a:xfrm>
              <a:off x="7033949" y="0"/>
              <a:ext cx="5158050" cy="6724650"/>
            </a:xfrm>
            <a:custGeom>
              <a:avLst/>
              <a:gdLst>
                <a:gd name="connsiteX0" fmla="*/ 0 w 5158050"/>
                <a:gd name="connsiteY0" fmla="*/ 0 h 6724650"/>
                <a:gd name="connsiteX1" fmla="*/ 5158050 w 5158050"/>
                <a:gd name="connsiteY1" fmla="*/ 0 h 6724650"/>
                <a:gd name="connsiteX2" fmla="*/ 5158050 w 5158050"/>
                <a:gd name="connsiteY2" fmla="*/ 6724650 h 6724650"/>
                <a:gd name="connsiteX3" fmla="*/ 0 w 5158050"/>
                <a:gd name="connsiteY3" fmla="*/ 6724650 h 6724650"/>
              </a:gdLst>
              <a:ahLst/>
              <a:cxnLst>
                <a:cxn ang="0">
                  <a:pos x="connsiteX0" y="connsiteY0"/>
                </a:cxn>
                <a:cxn ang="0">
                  <a:pos x="connsiteX1" y="connsiteY1"/>
                </a:cxn>
                <a:cxn ang="0">
                  <a:pos x="connsiteX2" y="connsiteY2"/>
                </a:cxn>
                <a:cxn ang="0">
                  <a:pos x="connsiteX3" y="connsiteY3"/>
                </a:cxn>
              </a:cxnLst>
              <a:rect l="l" t="t" r="r" b="b"/>
              <a:pathLst>
                <a:path w="5158050" h="6724650">
                  <a:moveTo>
                    <a:pt x="0" y="0"/>
                  </a:moveTo>
                  <a:lnTo>
                    <a:pt x="5158050" y="0"/>
                  </a:lnTo>
                  <a:lnTo>
                    <a:pt x="5158050" y="6724650"/>
                  </a:lnTo>
                  <a:lnTo>
                    <a:pt x="0" y="6724650"/>
                  </a:lnTo>
                  <a:close/>
                </a:path>
              </a:pathLst>
            </a:custGeom>
          </p:spPr>
        </p:pic>
        <p:pic>
          <p:nvPicPr>
            <p:cNvPr id="91" name="图形 90"/>
            <p:cNvPicPr>
              <a:picLocks noChangeAspect="1"/>
            </p:cNvPicPr>
            <p:nvPr>
              <p:custDataLst>
                <p:tags r:id="rId13"/>
              </p:custDataLst>
            </p:nvPr>
          </p:nvPicPr>
          <p:blipFill>
            <a:blip r:embed="rId49" cstate="screen"/>
            <a:srcRect/>
            <a:stretch>
              <a:fillRect/>
            </a:stretch>
          </p:blipFill>
          <p:spPr>
            <a:xfrm>
              <a:off x="7186349" y="0"/>
              <a:ext cx="5005650" cy="6877050"/>
            </a:xfrm>
            <a:custGeom>
              <a:avLst/>
              <a:gdLst>
                <a:gd name="connsiteX0" fmla="*/ 0 w 5005650"/>
                <a:gd name="connsiteY0" fmla="*/ 0 h 6877050"/>
                <a:gd name="connsiteX1" fmla="*/ 5005650 w 5005650"/>
                <a:gd name="connsiteY1" fmla="*/ 0 h 6877050"/>
                <a:gd name="connsiteX2" fmla="*/ 5005650 w 5005650"/>
                <a:gd name="connsiteY2" fmla="*/ 6858000 h 6877050"/>
                <a:gd name="connsiteX3" fmla="*/ 417382 w 5005650"/>
                <a:gd name="connsiteY3" fmla="*/ 6858000 h 6877050"/>
                <a:gd name="connsiteX4" fmla="*/ 417382 w 5005650"/>
                <a:gd name="connsiteY4" fmla="*/ 6877050 h 6877050"/>
                <a:gd name="connsiteX5" fmla="*/ 0 w 5005650"/>
                <a:gd name="connsiteY5" fmla="*/ 6877050 h 687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05650" h="6877050">
                  <a:moveTo>
                    <a:pt x="0" y="0"/>
                  </a:moveTo>
                  <a:lnTo>
                    <a:pt x="5005650" y="0"/>
                  </a:lnTo>
                  <a:lnTo>
                    <a:pt x="5005650" y="6858000"/>
                  </a:lnTo>
                  <a:lnTo>
                    <a:pt x="417382" y="6858000"/>
                  </a:lnTo>
                  <a:lnTo>
                    <a:pt x="417382" y="6877050"/>
                  </a:lnTo>
                  <a:lnTo>
                    <a:pt x="0" y="6877050"/>
                  </a:lnTo>
                  <a:close/>
                </a:path>
              </a:pathLst>
            </a:custGeom>
          </p:spPr>
        </p:pic>
        <p:pic>
          <p:nvPicPr>
            <p:cNvPr id="92" name="图形 91"/>
            <p:cNvPicPr>
              <a:picLocks noChangeAspect="1"/>
            </p:cNvPicPr>
            <p:nvPr>
              <p:custDataLst>
                <p:tags r:id="rId14"/>
              </p:custDataLst>
            </p:nvPr>
          </p:nvPicPr>
          <p:blipFill>
            <a:blip r:embed="rId50" cstate="screen"/>
            <a:srcRect/>
            <a:stretch>
              <a:fillRect/>
            </a:stretch>
          </p:blipFill>
          <p:spPr>
            <a:xfrm>
              <a:off x="7338749" y="0"/>
              <a:ext cx="4853250" cy="7029450"/>
            </a:xfrm>
            <a:custGeom>
              <a:avLst/>
              <a:gdLst>
                <a:gd name="connsiteX0" fmla="*/ 0 w 4853250"/>
                <a:gd name="connsiteY0" fmla="*/ 0 h 7029450"/>
                <a:gd name="connsiteX1" fmla="*/ 4853250 w 4853250"/>
                <a:gd name="connsiteY1" fmla="*/ 0 h 7029450"/>
                <a:gd name="connsiteX2" fmla="*/ 4853250 w 4853250"/>
                <a:gd name="connsiteY2" fmla="*/ 6858000 h 7029450"/>
                <a:gd name="connsiteX3" fmla="*/ 264982 w 4853250"/>
                <a:gd name="connsiteY3" fmla="*/ 6858000 h 7029450"/>
                <a:gd name="connsiteX4" fmla="*/ 264982 w 4853250"/>
                <a:gd name="connsiteY4" fmla="*/ 7029450 h 7029450"/>
                <a:gd name="connsiteX5" fmla="*/ 0 w 4853250"/>
                <a:gd name="connsiteY5" fmla="*/ 7029450 h 7029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53250" h="7029450">
                  <a:moveTo>
                    <a:pt x="0" y="0"/>
                  </a:moveTo>
                  <a:lnTo>
                    <a:pt x="4853250" y="0"/>
                  </a:lnTo>
                  <a:lnTo>
                    <a:pt x="4853250" y="6858000"/>
                  </a:lnTo>
                  <a:lnTo>
                    <a:pt x="264982" y="6858000"/>
                  </a:lnTo>
                  <a:lnTo>
                    <a:pt x="264982" y="7029450"/>
                  </a:lnTo>
                  <a:lnTo>
                    <a:pt x="0" y="7029450"/>
                  </a:lnTo>
                  <a:close/>
                </a:path>
              </a:pathLst>
            </a:custGeom>
          </p:spPr>
        </p:pic>
        <p:pic>
          <p:nvPicPr>
            <p:cNvPr id="93" name="图形 92"/>
            <p:cNvPicPr>
              <a:picLocks noChangeAspect="1"/>
            </p:cNvPicPr>
            <p:nvPr>
              <p:custDataLst>
                <p:tags r:id="rId15"/>
              </p:custDataLst>
            </p:nvPr>
          </p:nvPicPr>
          <p:blipFill>
            <a:blip r:embed="rId51" cstate="screen"/>
            <a:srcRect/>
            <a:stretch>
              <a:fillRect/>
            </a:stretch>
          </p:blipFill>
          <p:spPr>
            <a:xfrm>
              <a:off x="7491148" y="-48319"/>
              <a:ext cx="4700851" cy="7230169"/>
            </a:xfrm>
            <a:custGeom>
              <a:avLst/>
              <a:gdLst>
                <a:gd name="connsiteX0" fmla="*/ 0 w 4700851"/>
                <a:gd name="connsiteY0" fmla="*/ 0 h 7230169"/>
                <a:gd name="connsiteX1" fmla="*/ 2350425 w 4700851"/>
                <a:gd name="connsiteY1" fmla="*/ 0 h 7230169"/>
                <a:gd name="connsiteX2" fmla="*/ 2350425 w 4700851"/>
                <a:gd name="connsiteY2" fmla="*/ 48319 h 7230169"/>
                <a:gd name="connsiteX3" fmla="*/ 4700851 w 4700851"/>
                <a:gd name="connsiteY3" fmla="*/ 48319 h 7230169"/>
                <a:gd name="connsiteX4" fmla="*/ 4700851 w 4700851"/>
                <a:gd name="connsiteY4" fmla="*/ 6906319 h 7230169"/>
                <a:gd name="connsiteX5" fmla="*/ 112583 w 4700851"/>
                <a:gd name="connsiteY5" fmla="*/ 6906319 h 7230169"/>
                <a:gd name="connsiteX6" fmla="*/ 112583 w 4700851"/>
                <a:gd name="connsiteY6" fmla="*/ 7230169 h 7230169"/>
                <a:gd name="connsiteX7" fmla="*/ 0 w 4700851"/>
                <a:gd name="connsiteY7" fmla="*/ 7230169 h 7230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00851" h="7230169">
                  <a:moveTo>
                    <a:pt x="0" y="0"/>
                  </a:moveTo>
                  <a:lnTo>
                    <a:pt x="2350425" y="0"/>
                  </a:lnTo>
                  <a:lnTo>
                    <a:pt x="2350425" y="48319"/>
                  </a:lnTo>
                  <a:lnTo>
                    <a:pt x="4700851" y="48319"/>
                  </a:lnTo>
                  <a:lnTo>
                    <a:pt x="4700851" y="6906319"/>
                  </a:lnTo>
                  <a:lnTo>
                    <a:pt x="112583" y="6906319"/>
                  </a:lnTo>
                  <a:lnTo>
                    <a:pt x="112583" y="7230169"/>
                  </a:lnTo>
                  <a:lnTo>
                    <a:pt x="0" y="7230169"/>
                  </a:lnTo>
                  <a:close/>
                </a:path>
              </a:pathLst>
            </a:custGeom>
          </p:spPr>
        </p:pic>
        <p:pic>
          <p:nvPicPr>
            <p:cNvPr id="94" name="图形 93"/>
            <p:cNvPicPr>
              <a:picLocks noChangeAspect="1"/>
            </p:cNvPicPr>
            <p:nvPr>
              <p:custDataLst>
                <p:tags r:id="rId16"/>
              </p:custDataLst>
            </p:nvPr>
          </p:nvPicPr>
          <p:blipFill>
            <a:blip r:embed="rId52" cstate="screen"/>
            <a:srcRect/>
            <a:stretch>
              <a:fillRect/>
            </a:stretch>
          </p:blipFill>
          <p:spPr>
            <a:xfrm>
              <a:off x="7643548" y="104081"/>
              <a:ext cx="4548451" cy="6753919"/>
            </a:xfrm>
            <a:custGeom>
              <a:avLst/>
              <a:gdLst>
                <a:gd name="connsiteX0" fmla="*/ 0 w 4548451"/>
                <a:gd name="connsiteY0" fmla="*/ 0 h 6753919"/>
                <a:gd name="connsiteX1" fmla="*/ 4548451 w 4548451"/>
                <a:gd name="connsiteY1" fmla="*/ 0 h 6753919"/>
                <a:gd name="connsiteX2" fmla="*/ 4548451 w 4548451"/>
                <a:gd name="connsiteY2" fmla="*/ 6753919 h 6753919"/>
                <a:gd name="connsiteX3" fmla="*/ 0 w 4548451"/>
                <a:gd name="connsiteY3" fmla="*/ 6753919 h 6753919"/>
              </a:gdLst>
              <a:ahLst/>
              <a:cxnLst>
                <a:cxn ang="0">
                  <a:pos x="connsiteX0" y="connsiteY0"/>
                </a:cxn>
                <a:cxn ang="0">
                  <a:pos x="connsiteX1" y="connsiteY1"/>
                </a:cxn>
                <a:cxn ang="0">
                  <a:pos x="connsiteX2" y="connsiteY2"/>
                </a:cxn>
                <a:cxn ang="0">
                  <a:pos x="connsiteX3" y="connsiteY3"/>
                </a:cxn>
              </a:cxnLst>
              <a:rect l="l" t="t" r="r" b="b"/>
              <a:pathLst>
                <a:path w="4548451" h="6753919">
                  <a:moveTo>
                    <a:pt x="0" y="0"/>
                  </a:moveTo>
                  <a:lnTo>
                    <a:pt x="4548451" y="0"/>
                  </a:lnTo>
                  <a:lnTo>
                    <a:pt x="4548451" y="6753919"/>
                  </a:lnTo>
                  <a:lnTo>
                    <a:pt x="0" y="6753919"/>
                  </a:lnTo>
                  <a:close/>
                </a:path>
              </a:pathLst>
            </a:custGeom>
          </p:spPr>
        </p:pic>
        <p:pic>
          <p:nvPicPr>
            <p:cNvPr id="95" name="图形 94"/>
            <p:cNvPicPr>
              <a:picLocks noChangeAspect="1"/>
            </p:cNvPicPr>
            <p:nvPr>
              <p:custDataLst>
                <p:tags r:id="rId17"/>
              </p:custDataLst>
            </p:nvPr>
          </p:nvPicPr>
          <p:blipFill>
            <a:blip r:embed="rId53" cstate="screen"/>
            <a:srcRect/>
            <a:stretch>
              <a:fillRect/>
            </a:stretch>
          </p:blipFill>
          <p:spPr>
            <a:xfrm>
              <a:off x="7795949" y="256481"/>
              <a:ext cx="4396050" cy="6601519"/>
            </a:xfrm>
            <a:custGeom>
              <a:avLst/>
              <a:gdLst>
                <a:gd name="connsiteX0" fmla="*/ 0 w 4396050"/>
                <a:gd name="connsiteY0" fmla="*/ 0 h 6601519"/>
                <a:gd name="connsiteX1" fmla="*/ 4396050 w 4396050"/>
                <a:gd name="connsiteY1" fmla="*/ 0 h 6601519"/>
                <a:gd name="connsiteX2" fmla="*/ 4396050 w 4396050"/>
                <a:gd name="connsiteY2" fmla="*/ 6601519 h 6601519"/>
                <a:gd name="connsiteX3" fmla="*/ 0 w 4396050"/>
                <a:gd name="connsiteY3" fmla="*/ 6601519 h 6601519"/>
              </a:gdLst>
              <a:ahLst/>
              <a:cxnLst>
                <a:cxn ang="0">
                  <a:pos x="connsiteX0" y="connsiteY0"/>
                </a:cxn>
                <a:cxn ang="0">
                  <a:pos x="connsiteX1" y="connsiteY1"/>
                </a:cxn>
                <a:cxn ang="0">
                  <a:pos x="connsiteX2" y="connsiteY2"/>
                </a:cxn>
                <a:cxn ang="0">
                  <a:pos x="connsiteX3" y="connsiteY3"/>
                </a:cxn>
              </a:cxnLst>
              <a:rect l="l" t="t" r="r" b="b"/>
              <a:pathLst>
                <a:path w="4396050" h="6601519">
                  <a:moveTo>
                    <a:pt x="0" y="0"/>
                  </a:moveTo>
                  <a:lnTo>
                    <a:pt x="4396050" y="0"/>
                  </a:lnTo>
                  <a:lnTo>
                    <a:pt x="4396050" y="6601519"/>
                  </a:lnTo>
                  <a:lnTo>
                    <a:pt x="0" y="6601519"/>
                  </a:lnTo>
                  <a:close/>
                </a:path>
              </a:pathLst>
            </a:custGeom>
          </p:spPr>
        </p:pic>
        <p:pic>
          <p:nvPicPr>
            <p:cNvPr id="96" name="图形 95"/>
            <p:cNvPicPr>
              <a:picLocks noChangeAspect="1"/>
            </p:cNvPicPr>
            <p:nvPr>
              <p:custDataLst>
                <p:tags r:id="rId18"/>
              </p:custDataLst>
            </p:nvPr>
          </p:nvPicPr>
          <p:blipFill>
            <a:blip r:embed="rId54" cstate="screen"/>
            <a:srcRect/>
            <a:stretch>
              <a:fillRect/>
            </a:stretch>
          </p:blipFill>
          <p:spPr>
            <a:xfrm>
              <a:off x="7948348" y="408881"/>
              <a:ext cx="4243651" cy="6449119"/>
            </a:xfrm>
            <a:custGeom>
              <a:avLst/>
              <a:gdLst>
                <a:gd name="connsiteX0" fmla="*/ 0 w 4243651"/>
                <a:gd name="connsiteY0" fmla="*/ 0 h 6449119"/>
                <a:gd name="connsiteX1" fmla="*/ 4243651 w 4243651"/>
                <a:gd name="connsiteY1" fmla="*/ 0 h 6449119"/>
                <a:gd name="connsiteX2" fmla="*/ 4243651 w 4243651"/>
                <a:gd name="connsiteY2" fmla="*/ 6449119 h 6449119"/>
                <a:gd name="connsiteX3" fmla="*/ 0 w 4243651"/>
                <a:gd name="connsiteY3" fmla="*/ 6449119 h 6449119"/>
              </a:gdLst>
              <a:ahLst/>
              <a:cxnLst>
                <a:cxn ang="0">
                  <a:pos x="connsiteX0" y="connsiteY0"/>
                </a:cxn>
                <a:cxn ang="0">
                  <a:pos x="connsiteX1" y="connsiteY1"/>
                </a:cxn>
                <a:cxn ang="0">
                  <a:pos x="connsiteX2" y="connsiteY2"/>
                </a:cxn>
                <a:cxn ang="0">
                  <a:pos x="connsiteX3" y="connsiteY3"/>
                </a:cxn>
              </a:cxnLst>
              <a:rect l="l" t="t" r="r" b="b"/>
              <a:pathLst>
                <a:path w="4243651" h="6449119">
                  <a:moveTo>
                    <a:pt x="0" y="0"/>
                  </a:moveTo>
                  <a:lnTo>
                    <a:pt x="4243651" y="0"/>
                  </a:lnTo>
                  <a:lnTo>
                    <a:pt x="4243651" y="6449119"/>
                  </a:lnTo>
                  <a:lnTo>
                    <a:pt x="0" y="6449119"/>
                  </a:lnTo>
                  <a:close/>
                </a:path>
              </a:pathLst>
            </a:custGeom>
          </p:spPr>
        </p:pic>
        <p:pic>
          <p:nvPicPr>
            <p:cNvPr id="97" name="图形 96"/>
            <p:cNvPicPr>
              <a:picLocks noChangeAspect="1"/>
            </p:cNvPicPr>
            <p:nvPr>
              <p:custDataLst>
                <p:tags r:id="rId19"/>
              </p:custDataLst>
            </p:nvPr>
          </p:nvPicPr>
          <p:blipFill>
            <a:blip r:embed="rId55" cstate="screen"/>
            <a:srcRect/>
            <a:stretch>
              <a:fillRect/>
            </a:stretch>
          </p:blipFill>
          <p:spPr>
            <a:xfrm>
              <a:off x="8100748" y="561281"/>
              <a:ext cx="4091251" cy="6296719"/>
            </a:xfrm>
            <a:custGeom>
              <a:avLst/>
              <a:gdLst>
                <a:gd name="connsiteX0" fmla="*/ 0 w 4091251"/>
                <a:gd name="connsiteY0" fmla="*/ 0 h 6296719"/>
                <a:gd name="connsiteX1" fmla="*/ 4091251 w 4091251"/>
                <a:gd name="connsiteY1" fmla="*/ 0 h 6296719"/>
                <a:gd name="connsiteX2" fmla="*/ 4091251 w 4091251"/>
                <a:gd name="connsiteY2" fmla="*/ 6296719 h 6296719"/>
                <a:gd name="connsiteX3" fmla="*/ 0 w 4091251"/>
                <a:gd name="connsiteY3" fmla="*/ 6296719 h 6296719"/>
              </a:gdLst>
              <a:ahLst/>
              <a:cxnLst>
                <a:cxn ang="0">
                  <a:pos x="connsiteX0" y="connsiteY0"/>
                </a:cxn>
                <a:cxn ang="0">
                  <a:pos x="connsiteX1" y="connsiteY1"/>
                </a:cxn>
                <a:cxn ang="0">
                  <a:pos x="connsiteX2" y="connsiteY2"/>
                </a:cxn>
                <a:cxn ang="0">
                  <a:pos x="connsiteX3" y="connsiteY3"/>
                </a:cxn>
              </a:cxnLst>
              <a:rect l="l" t="t" r="r" b="b"/>
              <a:pathLst>
                <a:path w="4091251" h="6296719">
                  <a:moveTo>
                    <a:pt x="0" y="0"/>
                  </a:moveTo>
                  <a:lnTo>
                    <a:pt x="4091251" y="0"/>
                  </a:lnTo>
                  <a:lnTo>
                    <a:pt x="4091251" y="6296719"/>
                  </a:lnTo>
                  <a:lnTo>
                    <a:pt x="0" y="6296719"/>
                  </a:lnTo>
                  <a:close/>
                </a:path>
              </a:pathLst>
            </a:custGeom>
          </p:spPr>
        </p:pic>
        <p:pic>
          <p:nvPicPr>
            <p:cNvPr id="98" name="图形 97"/>
            <p:cNvPicPr>
              <a:picLocks noChangeAspect="1"/>
            </p:cNvPicPr>
            <p:nvPr>
              <p:custDataLst>
                <p:tags r:id="rId20"/>
              </p:custDataLst>
            </p:nvPr>
          </p:nvPicPr>
          <p:blipFill>
            <a:blip r:embed="rId56" cstate="screen"/>
            <a:srcRect/>
            <a:stretch>
              <a:fillRect/>
            </a:stretch>
          </p:blipFill>
          <p:spPr>
            <a:xfrm>
              <a:off x="8253148" y="713681"/>
              <a:ext cx="3938851" cy="6144319"/>
            </a:xfrm>
            <a:custGeom>
              <a:avLst/>
              <a:gdLst>
                <a:gd name="connsiteX0" fmla="*/ 0 w 3938851"/>
                <a:gd name="connsiteY0" fmla="*/ 0 h 6144319"/>
                <a:gd name="connsiteX1" fmla="*/ 3938851 w 3938851"/>
                <a:gd name="connsiteY1" fmla="*/ 0 h 6144319"/>
                <a:gd name="connsiteX2" fmla="*/ 3938851 w 3938851"/>
                <a:gd name="connsiteY2" fmla="*/ 6144319 h 6144319"/>
                <a:gd name="connsiteX3" fmla="*/ 0 w 3938851"/>
                <a:gd name="connsiteY3" fmla="*/ 6144319 h 6144319"/>
              </a:gdLst>
              <a:ahLst/>
              <a:cxnLst>
                <a:cxn ang="0">
                  <a:pos x="connsiteX0" y="connsiteY0"/>
                </a:cxn>
                <a:cxn ang="0">
                  <a:pos x="connsiteX1" y="connsiteY1"/>
                </a:cxn>
                <a:cxn ang="0">
                  <a:pos x="connsiteX2" y="connsiteY2"/>
                </a:cxn>
                <a:cxn ang="0">
                  <a:pos x="connsiteX3" y="connsiteY3"/>
                </a:cxn>
              </a:cxnLst>
              <a:rect l="l" t="t" r="r" b="b"/>
              <a:pathLst>
                <a:path w="3938851" h="6144319">
                  <a:moveTo>
                    <a:pt x="0" y="0"/>
                  </a:moveTo>
                  <a:lnTo>
                    <a:pt x="3938851" y="0"/>
                  </a:lnTo>
                  <a:lnTo>
                    <a:pt x="3938851" y="6144319"/>
                  </a:lnTo>
                  <a:lnTo>
                    <a:pt x="0" y="6144319"/>
                  </a:lnTo>
                  <a:close/>
                </a:path>
              </a:pathLst>
            </a:custGeom>
          </p:spPr>
        </p:pic>
        <p:pic>
          <p:nvPicPr>
            <p:cNvPr id="99" name="图形 98"/>
            <p:cNvPicPr>
              <a:picLocks noChangeAspect="1"/>
            </p:cNvPicPr>
            <p:nvPr>
              <p:custDataLst>
                <p:tags r:id="rId21"/>
              </p:custDataLst>
            </p:nvPr>
          </p:nvPicPr>
          <p:blipFill>
            <a:blip r:embed="rId57" cstate="screen"/>
            <a:srcRect/>
            <a:stretch>
              <a:fillRect/>
            </a:stretch>
          </p:blipFill>
          <p:spPr>
            <a:xfrm>
              <a:off x="8405548" y="866081"/>
              <a:ext cx="3786451" cy="5991919"/>
            </a:xfrm>
            <a:custGeom>
              <a:avLst/>
              <a:gdLst>
                <a:gd name="connsiteX0" fmla="*/ 0 w 3786451"/>
                <a:gd name="connsiteY0" fmla="*/ 0 h 5991919"/>
                <a:gd name="connsiteX1" fmla="*/ 3786451 w 3786451"/>
                <a:gd name="connsiteY1" fmla="*/ 0 h 5991919"/>
                <a:gd name="connsiteX2" fmla="*/ 3786451 w 3786451"/>
                <a:gd name="connsiteY2" fmla="*/ 5991919 h 5991919"/>
                <a:gd name="connsiteX3" fmla="*/ 0 w 3786451"/>
                <a:gd name="connsiteY3" fmla="*/ 5991919 h 5991919"/>
              </a:gdLst>
              <a:ahLst/>
              <a:cxnLst>
                <a:cxn ang="0">
                  <a:pos x="connsiteX0" y="connsiteY0"/>
                </a:cxn>
                <a:cxn ang="0">
                  <a:pos x="connsiteX1" y="connsiteY1"/>
                </a:cxn>
                <a:cxn ang="0">
                  <a:pos x="connsiteX2" y="connsiteY2"/>
                </a:cxn>
                <a:cxn ang="0">
                  <a:pos x="connsiteX3" y="connsiteY3"/>
                </a:cxn>
              </a:cxnLst>
              <a:rect l="l" t="t" r="r" b="b"/>
              <a:pathLst>
                <a:path w="3786451" h="5991919">
                  <a:moveTo>
                    <a:pt x="0" y="0"/>
                  </a:moveTo>
                  <a:lnTo>
                    <a:pt x="3786451" y="0"/>
                  </a:lnTo>
                  <a:lnTo>
                    <a:pt x="3786451" y="5991919"/>
                  </a:lnTo>
                  <a:lnTo>
                    <a:pt x="0" y="5991919"/>
                  </a:lnTo>
                  <a:close/>
                </a:path>
              </a:pathLst>
            </a:custGeom>
          </p:spPr>
        </p:pic>
        <p:pic>
          <p:nvPicPr>
            <p:cNvPr id="100" name="图形 99"/>
            <p:cNvPicPr>
              <a:picLocks noChangeAspect="1"/>
            </p:cNvPicPr>
            <p:nvPr>
              <p:custDataLst>
                <p:tags r:id="rId22"/>
              </p:custDataLst>
            </p:nvPr>
          </p:nvPicPr>
          <p:blipFill>
            <a:blip r:embed="rId58" cstate="screen"/>
            <a:srcRect/>
            <a:stretch>
              <a:fillRect/>
            </a:stretch>
          </p:blipFill>
          <p:spPr>
            <a:xfrm>
              <a:off x="8557948" y="1018481"/>
              <a:ext cx="3634051" cy="5839519"/>
            </a:xfrm>
            <a:custGeom>
              <a:avLst/>
              <a:gdLst>
                <a:gd name="connsiteX0" fmla="*/ 0 w 3634051"/>
                <a:gd name="connsiteY0" fmla="*/ 0 h 5839519"/>
                <a:gd name="connsiteX1" fmla="*/ 3634051 w 3634051"/>
                <a:gd name="connsiteY1" fmla="*/ 0 h 5839519"/>
                <a:gd name="connsiteX2" fmla="*/ 3634051 w 3634051"/>
                <a:gd name="connsiteY2" fmla="*/ 5839519 h 5839519"/>
                <a:gd name="connsiteX3" fmla="*/ 0 w 3634051"/>
                <a:gd name="connsiteY3" fmla="*/ 5839519 h 5839519"/>
              </a:gdLst>
              <a:ahLst/>
              <a:cxnLst>
                <a:cxn ang="0">
                  <a:pos x="connsiteX0" y="connsiteY0"/>
                </a:cxn>
                <a:cxn ang="0">
                  <a:pos x="connsiteX1" y="connsiteY1"/>
                </a:cxn>
                <a:cxn ang="0">
                  <a:pos x="connsiteX2" y="connsiteY2"/>
                </a:cxn>
                <a:cxn ang="0">
                  <a:pos x="connsiteX3" y="connsiteY3"/>
                </a:cxn>
              </a:cxnLst>
              <a:rect l="l" t="t" r="r" b="b"/>
              <a:pathLst>
                <a:path w="3634051" h="5839519">
                  <a:moveTo>
                    <a:pt x="0" y="0"/>
                  </a:moveTo>
                  <a:lnTo>
                    <a:pt x="3634051" y="0"/>
                  </a:lnTo>
                  <a:lnTo>
                    <a:pt x="3634051" y="5839519"/>
                  </a:lnTo>
                  <a:lnTo>
                    <a:pt x="0" y="5839519"/>
                  </a:lnTo>
                  <a:close/>
                </a:path>
              </a:pathLst>
            </a:custGeom>
          </p:spPr>
        </p:pic>
        <p:pic>
          <p:nvPicPr>
            <p:cNvPr id="101" name="图形 100"/>
            <p:cNvPicPr>
              <a:picLocks noChangeAspect="1"/>
            </p:cNvPicPr>
            <p:nvPr>
              <p:custDataLst>
                <p:tags r:id="rId23"/>
              </p:custDataLst>
            </p:nvPr>
          </p:nvPicPr>
          <p:blipFill>
            <a:blip r:embed="rId59" cstate="screen"/>
            <a:srcRect/>
            <a:stretch>
              <a:fillRect/>
            </a:stretch>
          </p:blipFill>
          <p:spPr>
            <a:xfrm>
              <a:off x="8710348" y="1170881"/>
              <a:ext cx="3481651" cy="5687119"/>
            </a:xfrm>
            <a:custGeom>
              <a:avLst/>
              <a:gdLst>
                <a:gd name="connsiteX0" fmla="*/ 0 w 3481651"/>
                <a:gd name="connsiteY0" fmla="*/ 0 h 5687119"/>
                <a:gd name="connsiteX1" fmla="*/ 3481651 w 3481651"/>
                <a:gd name="connsiteY1" fmla="*/ 0 h 5687119"/>
                <a:gd name="connsiteX2" fmla="*/ 3481651 w 3481651"/>
                <a:gd name="connsiteY2" fmla="*/ 5687119 h 5687119"/>
                <a:gd name="connsiteX3" fmla="*/ 0 w 3481651"/>
                <a:gd name="connsiteY3" fmla="*/ 5687119 h 5687119"/>
              </a:gdLst>
              <a:ahLst/>
              <a:cxnLst>
                <a:cxn ang="0">
                  <a:pos x="connsiteX0" y="connsiteY0"/>
                </a:cxn>
                <a:cxn ang="0">
                  <a:pos x="connsiteX1" y="connsiteY1"/>
                </a:cxn>
                <a:cxn ang="0">
                  <a:pos x="connsiteX2" y="connsiteY2"/>
                </a:cxn>
                <a:cxn ang="0">
                  <a:pos x="connsiteX3" y="connsiteY3"/>
                </a:cxn>
              </a:cxnLst>
              <a:rect l="l" t="t" r="r" b="b"/>
              <a:pathLst>
                <a:path w="3481651" h="5687119">
                  <a:moveTo>
                    <a:pt x="0" y="0"/>
                  </a:moveTo>
                  <a:lnTo>
                    <a:pt x="3481651" y="0"/>
                  </a:lnTo>
                  <a:lnTo>
                    <a:pt x="3481651" y="5687119"/>
                  </a:lnTo>
                  <a:lnTo>
                    <a:pt x="0" y="5687119"/>
                  </a:lnTo>
                  <a:close/>
                </a:path>
              </a:pathLst>
            </a:custGeom>
          </p:spPr>
        </p:pic>
      </p:gr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2025/8/25</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cxnSp>
        <p:nvCxnSpPr>
          <p:cNvPr id="46" name="Straight Connector 27" descr="e7d195523061f1c021b92b3d25e54ab5e788c0576048880950C3AFFA1066A7153250F1349197BA8C5246BA9D557EC0274B8DA272D2431748978789E76D2CD7D1F11E7447C1D163F5D9CA1CD35DC7B6F04BDF10FCA079404A17D809A116C431542B71D0146EA2417CC1B5B60E34EF5BA323605C8F047A812E09D6A157312822A7BA14D010B8EC354166D81A394E001D9F"/>
          <p:cNvCxnSpPr/>
          <p:nvPr>
            <p:custDataLst>
              <p:tags r:id="rId6"/>
            </p:custDataLst>
          </p:nvPr>
        </p:nvCxnSpPr>
        <p:spPr>
          <a:xfrm rot="16200000">
            <a:off x="1230049" y="3333713"/>
            <a:ext cx="0" cy="653381"/>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7"/>
            </p:custDataLst>
          </p:nvPr>
        </p:nvSpPr>
        <p:spPr>
          <a:xfrm>
            <a:off x="857732" y="2307200"/>
            <a:ext cx="5628255" cy="1004461"/>
          </a:xfrm>
        </p:spPr>
        <p:txBody>
          <a:bodyPr anchor="b">
            <a:noAutofit/>
          </a:bodyPr>
          <a:lstStyle>
            <a:lvl1pPr algn="l">
              <a:defRPr sz="4600" spc="600">
                <a:solidFill>
                  <a:schemeClr val="tx1">
                    <a:lumMod val="85000"/>
                    <a:lumOff val="15000"/>
                  </a:schemeClr>
                </a:solidFill>
              </a:defRPr>
            </a:lvl1pPr>
          </a:lstStyle>
          <a:p>
            <a:r>
              <a:rPr lang="zh-CN" altLang="en-US" dirty="0"/>
              <a:t>编辑标题</a:t>
            </a:r>
          </a:p>
        </p:txBody>
      </p:sp>
      <p:sp>
        <p:nvSpPr>
          <p:cNvPr id="5" name="文本占位符 4"/>
          <p:cNvSpPr>
            <a:spLocks noGrp="1"/>
          </p:cNvSpPr>
          <p:nvPr>
            <p:ph type="body" sz="quarter" idx="13" hasCustomPrompt="1"/>
            <p:custDataLst>
              <p:tags r:id="rId8"/>
            </p:custDataLst>
          </p:nvPr>
        </p:nvSpPr>
        <p:spPr>
          <a:xfrm>
            <a:off x="904106" y="4188597"/>
            <a:ext cx="2675635" cy="396000"/>
          </a:xfrm>
        </p:spPr>
        <p:txBody>
          <a:bodyPr anchor="ctr">
            <a:normAutofit/>
          </a:bodyPr>
          <a:lstStyle>
            <a:lvl1pPr marL="0" indent="0">
              <a:buNone/>
              <a:defRPr sz="1800">
                <a:solidFill>
                  <a:schemeClr val="bg1">
                    <a:lumMod val="50000"/>
                  </a:schemeClr>
                </a:solidFill>
              </a:defRPr>
            </a:lvl1pPr>
          </a:lstStyle>
          <a:p>
            <a:pPr lvl="0"/>
            <a:r>
              <a:rPr lang="zh-CN" altLang="en-US" dirty="0"/>
              <a:t>编辑文本</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84" name="任意多边形: 形状 83"/>
          <p:cNvSpPr/>
          <p:nvPr>
            <p:custDataLst>
              <p:tags r:id="rId1"/>
            </p:custDataLst>
          </p:nvPr>
        </p:nvSpPr>
        <p:spPr>
          <a:xfrm rot="3192208">
            <a:off x="-759945" y="5662631"/>
            <a:ext cx="1792179" cy="1040101"/>
          </a:xfrm>
          <a:custGeom>
            <a:avLst/>
            <a:gdLst>
              <a:gd name="connsiteX0" fmla="*/ 0 w 1792179"/>
              <a:gd name="connsiteY0" fmla="*/ 19794 h 1040101"/>
              <a:gd name="connsiteX1" fmla="*/ 17147 w 1792179"/>
              <a:gd name="connsiteY1" fmla="*/ 16832 h 1040101"/>
              <a:gd name="connsiteX2" fmla="*/ 311581 w 1792179"/>
              <a:gd name="connsiteY2" fmla="*/ 0 h 1040101"/>
              <a:gd name="connsiteX3" fmla="*/ 1684227 w 1792179"/>
              <a:gd name="connsiteY3" fmla="*/ 393482 h 1040101"/>
              <a:gd name="connsiteX4" fmla="*/ 1792179 w 1792179"/>
              <a:gd name="connsiteY4" fmla="*/ 467729 h 1040101"/>
              <a:gd name="connsiteX5" fmla="*/ 1364044 w 1792179"/>
              <a:gd name="connsiteY5" fmla="*/ 1040101 h 1040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2179" h="1040101">
                <a:moveTo>
                  <a:pt x="0" y="19794"/>
                </a:moveTo>
                <a:lnTo>
                  <a:pt x="17147" y="16832"/>
                </a:lnTo>
                <a:cubicBezTo>
                  <a:pt x="113954" y="5702"/>
                  <a:pt x="212180" y="0"/>
                  <a:pt x="311581" y="0"/>
                </a:cubicBezTo>
                <a:cubicBezTo>
                  <a:pt x="808589" y="0"/>
                  <a:pt x="1276190" y="142541"/>
                  <a:pt x="1684227" y="393482"/>
                </a:cubicBezTo>
                <a:lnTo>
                  <a:pt x="1792179" y="467729"/>
                </a:lnTo>
                <a:lnTo>
                  <a:pt x="1364044" y="1040101"/>
                </a:ln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2" name="任意多边形: 形状 81"/>
          <p:cNvSpPr/>
          <p:nvPr>
            <p:custDataLst>
              <p:tags r:id="rId2"/>
            </p:custDataLst>
          </p:nvPr>
        </p:nvSpPr>
        <p:spPr>
          <a:xfrm rot="3192208">
            <a:off x="-778161" y="5637886"/>
            <a:ext cx="1896007" cy="1092391"/>
          </a:xfrm>
          <a:custGeom>
            <a:avLst/>
            <a:gdLst>
              <a:gd name="connsiteX0" fmla="*/ 0 w 1896007"/>
              <a:gd name="connsiteY0" fmla="*/ 49189 h 1092391"/>
              <a:gd name="connsiteX1" fmla="*/ 187272 w 1896007"/>
              <a:gd name="connsiteY1" fmla="*/ 16832 h 1092391"/>
              <a:gd name="connsiteX2" fmla="*/ 481706 w 1896007"/>
              <a:gd name="connsiteY2" fmla="*/ 0 h 1092391"/>
              <a:gd name="connsiteX3" fmla="*/ 1854352 w 1896007"/>
              <a:gd name="connsiteY3" fmla="*/ 393482 h 1092391"/>
              <a:gd name="connsiteX4" fmla="*/ 1896007 w 1896007"/>
              <a:gd name="connsiteY4" fmla="*/ 422132 h 1092391"/>
              <a:gd name="connsiteX5" fmla="*/ 1394653 w 1896007"/>
              <a:gd name="connsiteY5" fmla="*/ 1092391 h 1092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6007" h="1092391">
                <a:moveTo>
                  <a:pt x="0" y="49189"/>
                </a:moveTo>
                <a:lnTo>
                  <a:pt x="187272" y="16832"/>
                </a:lnTo>
                <a:cubicBezTo>
                  <a:pt x="284079" y="5702"/>
                  <a:pt x="382305" y="0"/>
                  <a:pt x="481706" y="0"/>
                </a:cubicBezTo>
                <a:cubicBezTo>
                  <a:pt x="978714" y="0"/>
                  <a:pt x="1446315" y="142541"/>
                  <a:pt x="1854352" y="393482"/>
                </a:cubicBezTo>
                <a:lnTo>
                  <a:pt x="1896007" y="422132"/>
                </a:lnTo>
                <a:lnTo>
                  <a:pt x="1394653" y="1092391"/>
                </a:ln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0" name="任意多边形: 形状 79"/>
          <p:cNvSpPr/>
          <p:nvPr>
            <p:custDataLst>
              <p:tags r:id="rId3"/>
            </p:custDataLst>
          </p:nvPr>
        </p:nvSpPr>
        <p:spPr>
          <a:xfrm rot="3192208">
            <a:off x="-789498" y="5615653"/>
            <a:ext cx="1989834" cy="1144681"/>
          </a:xfrm>
          <a:custGeom>
            <a:avLst/>
            <a:gdLst>
              <a:gd name="connsiteX0" fmla="*/ 0 w 1989834"/>
              <a:gd name="connsiteY0" fmla="*/ 84670 h 1144681"/>
              <a:gd name="connsiteX1" fmla="*/ 63330 w 1989834"/>
              <a:gd name="connsiteY1" fmla="*/ 66235 h 1144681"/>
              <a:gd name="connsiteX2" fmla="*/ 643694 w 1989834"/>
              <a:gd name="connsiteY2" fmla="*/ 0 h 1144681"/>
              <a:gd name="connsiteX3" fmla="*/ 1764611 w 1989834"/>
              <a:gd name="connsiteY3" fmla="*/ 256199 h 1144681"/>
              <a:gd name="connsiteX4" fmla="*/ 1989834 w 1989834"/>
              <a:gd name="connsiteY4" fmla="*/ 379027 h 1144681"/>
              <a:gd name="connsiteX5" fmla="*/ 1417124 w 1989834"/>
              <a:gd name="connsiteY5" fmla="*/ 1144681 h 1144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89834" h="1144681">
                <a:moveTo>
                  <a:pt x="0" y="84670"/>
                </a:moveTo>
                <a:lnTo>
                  <a:pt x="63330" y="66235"/>
                </a:lnTo>
                <a:cubicBezTo>
                  <a:pt x="250793" y="22807"/>
                  <a:pt x="444891" y="0"/>
                  <a:pt x="643694" y="0"/>
                </a:cubicBezTo>
                <a:cubicBezTo>
                  <a:pt x="1041300" y="0"/>
                  <a:pt x="1420086" y="91226"/>
                  <a:pt x="1764611" y="256199"/>
                </a:cubicBezTo>
                <a:lnTo>
                  <a:pt x="1989834" y="379027"/>
                </a:lnTo>
                <a:lnTo>
                  <a:pt x="1417124" y="1144681"/>
                </a:ln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8" name="任意多边形: 形状 77"/>
          <p:cNvSpPr/>
          <p:nvPr>
            <p:custDataLst>
              <p:tags r:id="rId4"/>
            </p:custDataLst>
          </p:nvPr>
        </p:nvSpPr>
        <p:spPr>
          <a:xfrm rot="3192208">
            <a:off x="-791223" y="5596656"/>
            <a:ext cx="2069276" cy="1196971"/>
          </a:xfrm>
          <a:custGeom>
            <a:avLst/>
            <a:gdLst>
              <a:gd name="connsiteX0" fmla="*/ 0 w 2069276"/>
              <a:gd name="connsiteY0" fmla="*/ 128554 h 1196971"/>
              <a:gd name="connsiteX1" fmla="*/ 214085 w 2069276"/>
              <a:gd name="connsiteY1" fmla="*/ 66235 h 1196971"/>
              <a:gd name="connsiteX2" fmla="*/ 794449 w 2069276"/>
              <a:gd name="connsiteY2" fmla="*/ 0 h 1196971"/>
              <a:gd name="connsiteX3" fmla="*/ 1915366 w 2069276"/>
              <a:gd name="connsiteY3" fmla="*/ 256199 h 1196971"/>
              <a:gd name="connsiteX4" fmla="*/ 2069276 w 2069276"/>
              <a:gd name="connsiteY4" fmla="*/ 340136 h 1196971"/>
              <a:gd name="connsiteX5" fmla="*/ 1428363 w 2069276"/>
              <a:gd name="connsiteY5" fmla="*/ 1196971 h 1196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69276" h="1196971">
                <a:moveTo>
                  <a:pt x="0" y="128554"/>
                </a:moveTo>
                <a:lnTo>
                  <a:pt x="214085" y="66235"/>
                </a:lnTo>
                <a:cubicBezTo>
                  <a:pt x="401548" y="22807"/>
                  <a:pt x="595646" y="0"/>
                  <a:pt x="794449" y="0"/>
                </a:cubicBezTo>
                <a:cubicBezTo>
                  <a:pt x="1192056" y="0"/>
                  <a:pt x="1570841" y="91226"/>
                  <a:pt x="1915366" y="256199"/>
                </a:cubicBezTo>
                <a:lnTo>
                  <a:pt x="2069276" y="340136"/>
                </a:lnTo>
                <a:lnTo>
                  <a:pt x="1428363" y="1196971"/>
                </a:ln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6" name="任意多边形: 形状 75"/>
          <p:cNvSpPr/>
          <p:nvPr>
            <p:custDataLst>
              <p:tags r:id="rId5"/>
            </p:custDataLst>
          </p:nvPr>
        </p:nvSpPr>
        <p:spPr>
          <a:xfrm rot="3192208">
            <a:off x="-785413" y="5581434"/>
            <a:ext cx="2139293" cy="1249259"/>
          </a:xfrm>
          <a:custGeom>
            <a:avLst/>
            <a:gdLst>
              <a:gd name="connsiteX0" fmla="*/ 0 w 2139293"/>
              <a:gd name="connsiteY0" fmla="*/ 179486 h 1249259"/>
              <a:gd name="connsiteX1" fmla="*/ 79439 w 2139293"/>
              <a:gd name="connsiteY1" fmla="*/ 146570 h 1249259"/>
              <a:gd name="connsiteX2" fmla="*/ 935779 w 2139293"/>
              <a:gd name="connsiteY2" fmla="*/ 0 h 1249259"/>
              <a:gd name="connsiteX3" fmla="*/ 2056696 w 2139293"/>
              <a:gd name="connsiteY3" fmla="*/ 256199 h 1249259"/>
              <a:gd name="connsiteX4" fmla="*/ 2139293 w 2139293"/>
              <a:gd name="connsiteY4" fmla="*/ 301244 h 1249259"/>
              <a:gd name="connsiteX5" fmla="*/ 1430176 w 2139293"/>
              <a:gd name="connsiteY5" fmla="*/ 1249259 h 124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9293" h="1249259">
                <a:moveTo>
                  <a:pt x="0" y="179486"/>
                </a:moveTo>
                <a:lnTo>
                  <a:pt x="79439" y="146570"/>
                </a:lnTo>
                <a:cubicBezTo>
                  <a:pt x="349957" y="51315"/>
                  <a:pt x="637575" y="0"/>
                  <a:pt x="935779" y="0"/>
                </a:cubicBezTo>
                <a:cubicBezTo>
                  <a:pt x="1333386" y="0"/>
                  <a:pt x="1712171" y="91226"/>
                  <a:pt x="2056696" y="256199"/>
                </a:cubicBezTo>
                <a:lnTo>
                  <a:pt x="2139293" y="301244"/>
                </a:lnTo>
                <a:lnTo>
                  <a:pt x="1430176" y="1249259"/>
                </a:ln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4" name="任意多边形: 形状 73"/>
          <p:cNvSpPr/>
          <p:nvPr>
            <p:custDataLst>
              <p:tags r:id="rId6"/>
            </p:custDataLst>
          </p:nvPr>
        </p:nvSpPr>
        <p:spPr>
          <a:xfrm rot="3192208">
            <a:off x="-774356" y="5568838"/>
            <a:ext cx="2202748" cy="1301549"/>
          </a:xfrm>
          <a:custGeom>
            <a:avLst/>
            <a:gdLst>
              <a:gd name="connsiteX0" fmla="*/ 0 w 2202748"/>
              <a:gd name="connsiteY0" fmla="*/ 235328 h 1301549"/>
              <a:gd name="connsiteX1" fmla="*/ 214207 w 2202748"/>
              <a:gd name="connsiteY1" fmla="*/ 146570 h 1301549"/>
              <a:gd name="connsiteX2" fmla="*/ 1070547 w 2202748"/>
              <a:gd name="connsiteY2" fmla="*/ 0 h 1301549"/>
              <a:gd name="connsiteX3" fmla="*/ 2191464 w 2202748"/>
              <a:gd name="connsiteY3" fmla="*/ 256199 h 1301549"/>
              <a:gd name="connsiteX4" fmla="*/ 2202748 w 2202748"/>
              <a:gd name="connsiteY4" fmla="*/ 262352 h 1301549"/>
              <a:gd name="connsiteX5" fmla="*/ 1425427 w 2202748"/>
              <a:gd name="connsiteY5" fmla="*/ 1301549 h 1301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2748" h="1301549">
                <a:moveTo>
                  <a:pt x="0" y="235328"/>
                </a:moveTo>
                <a:lnTo>
                  <a:pt x="214207" y="146570"/>
                </a:lnTo>
                <a:cubicBezTo>
                  <a:pt x="484725" y="51315"/>
                  <a:pt x="772343" y="0"/>
                  <a:pt x="1070547" y="0"/>
                </a:cubicBezTo>
                <a:cubicBezTo>
                  <a:pt x="1468154" y="0"/>
                  <a:pt x="1846939" y="91226"/>
                  <a:pt x="2191464" y="256199"/>
                </a:cubicBezTo>
                <a:lnTo>
                  <a:pt x="2202748" y="262352"/>
                </a:lnTo>
                <a:lnTo>
                  <a:pt x="1425427" y="1301549"/>
                </a:ln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2" name="任意多边形: 形状 71"/>
          <p:cNvSpPr/>
          <p:nvPr>
            <p:custDataLst>
              <p:tags r:id="rId7"/>
            </p:custDataLst>
          </p:nvPr>
        </p:nvSpPr>
        <p:spPr>
          <a:xfrm rot="3192208">
            <a:off x="-755563" y="5557866"/>
            <a:ext cx="2253163" cy="1353839"/>
          </a:xfrm>
          <a:custGeom>
            <a:avLst/>
            <a:gdLst>
              <a:gd name="connsiteX0" fmla="*/ 0 w 2253163"/>
              <a:gd name="connsiteY0" fmla="*/ 297564 h 1353839"/>
              <a:gd name="connsiteX1" fmla="*/ 75849 w 2253163"/>
              <a:gd name="connsiteY1" fmla="*/ 256199 h 1353839"/>
              <a:gd name="connsiteX2" fmla="*/ 1196766 w 2253163"/>
              <a:gd name="connsiteY2" fmla="*/ 0 h 1353839"/>
              <a:gd name="connsiteX3" fmla="*/ 2053107 w 2253163"/>
              <a:gd name="connsiteY3" fmla="*/ 146570 h 1353839"/>
              <a:gd name="connsiteX4" fmla="*/ 2253163 w 2253163"/>
              <a:gd name="connsiteY4" fmla="*/ 229464 h 1353839"/>
              <a:gd name="connsiteX5" fmla="*/ 1412130 w 2253163"/>
              <a:gd name="connsiteY5" fmla="*/ 1353839 h 1353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3163" h="1353839">
                <a:moveTo>
                  <a:pt x="0" y="297564"/>
                </a:moveTo>
                <a:lnTo>
                  <a:pt x="75849" y="256199"/>
                </a:lnTo>
                <a:cubicBezTo>
                  <a:pt x="420374" y="91226"/>
                  <a:pt x="799160" y="0"/>
                  <a:pt x="1196766" y="0"/>
                </a:cubicBezTo>
                <a:cubicBezTo>
                  <a:pt x="1494971" y="0"/>
                  <a:pt x="1782589" y="51315"/>
                  <a:pt x="2053107" y="146570"/>
                </a:cubicBezTo>
                <a:lnTo>
                  <a:pt x="2253163" y="229464"/>
                </a:lnTo>
                <a:lnTo>
                  <a:pt x="1412130" y="1353839"/>
                </a:ln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0" name="任意多边形: 形状 69"/>
          <p:cNvSpPr/>
          <p:nvPr>
            <p:custDataLst>
              <p:tags r:id="rId8"/>
            </p:custDataLst>
          </p:nvPr>
        </p:nvSpPr>
        <p:spPr>
          <a:xfrm rot="3192208">
            <a:off x="-732523" y="5548599"/>
            <a:ext cx="2297633" cy="1406129"/>
          </a:xfrm>
          <a:custGeom>
            <a:avLst/>
            <a:gdLst>
              <a:gd name="connsiteX0" fmla="*/ 0 w 2297633"/>
              <a:gd name="connsiteY0" fmla="*/ 363617 h 1406129"/>
              <a:gd name="connsiteX1" fmla="*/ 196966 w 2297633"/>
              <a:gd name="connsiteY1" fmla="*/ 256199 h 1406129"/>
              <a:gd name="connsiteX2" fmla="*/ 1317883 w 2297633"/>
              <a:gd name="connsiteY2" fmla="*/ 0 h 1406129"/>
              <a:gd name="connsiteX3" fmla="*/ 2174224 w 2297633"/>
              <a:gd name="connsiteY3" fmla="*/ 146570 h 1406129"/>
              <a:gd name="connsiteX4" fmla="*/ 2297633 w 2297633"/>
              <a:gd name="connsiteY4" fmla="*/ 197705 h 1406129"/>
              <a:gd name="connsiteX5" fmla="*/ 1393730 w 2297633"/>
              <a:gd name="connsiteY5" fmla="*/ 1406129 h 1406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97633" h="1406129">
                <a:moveTo>
                  <a:pt x="0" y="363617"/>
                </a:moveTo>
                <a:lnTo>
                  <a:pt x="196966" y="256199"/>
                </a:lnTo>
                <a:cubicBezTo>
                  <a:pt x="541491" y="91226"/>
                  <a:pt x="920277" y="0"/>
                  <a:pt x="1317883" y="0"/>
                </a:cubicBezTo>
                <a:cubicBezTo>
                  <a:pt x="1616088" y="0"/>
                  <a:pt x="1903706" y="51315"/>
                  <a:pt x="2174224" y="146570"/>
                </a:cubicBezTo>
                <a:lnTo>
                  <a:pt x="2297633" y="197705"/>
                </a:lnTo>
                <a:lnTo>
                  <a:pt x="1393730" y="1406129"/>
                </a:ln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8" name="任意多边形: 形状 67"/>
          <p:cNvSpPr/>
          <p:nvPr>
            <p:custDataLst>
              <p:tags r:id="rId9"/>
            </p:custDataLst>
          </p:nvPr>
        </p:nvSpPr>
        <p:spPr>
          <a:xfrm rot="3192208">
            <a:off x="-704221" y="5541970"/>
            <a:ext cx="2335519" cy="1458417"/>
          </a:xfrm>
          <a:custGeom>
            <a:avLst/>
            <a:gdLst>
              <a:gd name="connsiteX0" fmla="*/ 0 w 2335519"/>
              <a:gd name="connsiteY0" fmla="*/ 434592 h 1458417"/>
              <a:gd name="connsiteX1" fmla="*/ 59773 w 2335519"/>
              <a:gd name="connsiteY1" fmla="*/ 393482 h 1458417"/>
              <a:gd name="connsiteX2" fmla="*/ 1432418 w 2335519"/>
              <a:gd name="connsiteY2" fmla="*/ 0 h 1458417"/>
              <a:gd name="connsiteX3" fmla="*/ 2288759 w 2335519"/>
              <a:gd name="connsiteY3" fmla="*/ 146570 h 1458417"/>
              <a:gd name="connsiteX4" fmla="*/ 2335519 w 2335519"/>
              <a:gd name="connsiteY4" fmla="*/ 165945 h 1458417"/>
              <a:gd name="connsiteX5" fmla="*/ 1368749 w 2335519"/>
              <a:gd name="connsiteY5" fmla="*/ 1458417 h 1458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5519" h="1458417">
                <a:moveTo>
                  <a:pt x="0" y="434592"/>
                </a:moveTo>
                <a:lnTo>
                  <a:pt x="59773" y="393482"/>
                </a:lnTo>
                <a:cubicBezTo>
                  <a:pt x="467810" y="142541"/>
                  <a:pt x="935411" y="0"/>
                  <a:pt x="1432418" y="0"/>
                </a:cubicBezTo>
                <a:cubicBezTo>
                  <a:pt x="1730623" y="0"/>
                  <a:pt x="2018241" y="51315"/>
                  <a:pt x="2288759" y="146570"/>
                </a:cubicBezTo>
                <a:lnTo>
                  <a:pt x="2335519" y="165945"/>
                </a:lnTo>
                <a:lnTo>
                  <a:pt x="1368749" y="1458417"/>
                </a:ln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6" name="任意多边形: 形状 65"/>
          <p:cNvSpPr/>
          <p:nvPr>
            <p:custDataLst>
              <p:tags r:id="rId10"/>
            </p:custDataLst>
          </p:nvPr>
        </p:nvSpPr>
        <p:spPr>
          <a:xfrm rot="3192208">
            <a:off x="-671123" y="5536607"/>
            <a:ext cx="2365713" cy="1510707"/>
          </a:xfrm>
          <a:custGeom>
            <a:avLst/>
            <a:gdLst>
              <a:gd name="connsiteX0" fmla="*/ 0 w 2365713"/>
              <a:gd name="connsiteY0" fmla="*/ 509630 h 1510707"/>
              <a:gd name="connsiteX1" fmla="*/ 168877 w 2365713"/>
              <a:gd name="connsiteY1" fmla="*/ 393482 h 1510707"/>
              <a:gd name="connsiteX2" fmla="*/ 1541522 w 2365713"/>
              <a:gd name="connsiteY2" fmla="*/ 0 h 1510707"/>
              <a:gd name="connsiteX3" fmla="*/ 2121886 w 2365713"/>
              <a:gd name="connsiteY3" fmla="*/ 66235 h 1510707"/>
              <a:gd name="connsiteX4" fmla="*/ 2365713 w 2365713"/>
              <a:gd name="connsiteY4" fmla="*/ 137211 h 1510707"/>
              <a:gd name="connsiteX5" fmla="*/ 1338336 w 2365713"/>
              <a:gd name="connsiteY5" fmla="*/ 1510707 h 1510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5713" h="1510707">
                <a:moveTo>
                  <a:pt x="0" y="509630"/>
                </a:moveTo>
                <a:lnTo>
                  <a:pt x="168877" y="393482"/>
                </a:lnTo>
                <a:cubicBezTo>
                  <a:pt x="576914" y="142541"/>
                  <a:pt x="1044515" y="0"/>
                  <a:pt x="1541522" y="0"/>
                </a:cubicBezTo>
                <a:cubicBezTo>
                  <a:pt x="1740325" y="0"/>
                  <a:pt x="1934423" y="22807"/>
                  <a:pt x="2121886" y="66235"/>
                </a:cubicBezTo>
                <a:lnTo>
                  <a:pt x="2365713" y="137211"/>
                </a:lnTo>
                <a:lnTo>
                  <a:pt x="1338336" y="1510707"/>
                </a:ln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4" name="任意多边形: 形状 63"/>
          <p:cNvSpPr/>
          <p:nvPr>
            <p:custDataLst>
              <p:tags r:id="rId11"/>
            </p:custDataLst>
          </p:nvPr>
        </p:nvSpPr>
        <p:spPr>
          <a:xfrm rot="3192208">
            <a:off x="-634087" y="5531443"/>
            <a:ext cx="2388328" cy="1562997"/>
          </a:xfrm>
          <a:custGeom>
            <a:avLst/>
            <a:gdLst>
              <a:gd name="connsiteX0" fmla="*/ 0 w 2388328"/>
              <a:gd name="connsiteY0" fmla="*/ 587689 h 1562997"/>
              <a:gd name="connsiteX1" fmla="*/ 36510 w 2388328"/>
              <a:gd name="connsiteY1" fmla="*/ 556782 h 1562997"/>
              <a:gd name="connsiteX2" fmla="*/ 1646588 w 2388328"/>
              <a:gd name="connsiteY2" fmla="*/ 0 h 1562997"/>
              <a:gd name="connsiteX3" fmla="*/ 2226952 w 2388328"/>
              <a:gd name="connsiteY3" fmla="*/ 66235 h 1562997"/>
              <a:gd name="connsiteX4" fmla="*/ 2388328 w 2388328"/>
              <a:gd name="connsiteY4" fmla="*/ 113210 h 1562997"/>
              <a:gd name="connsiteX5" fmla="*/ 1303885 w 2388328"/>
              <a:gd name="connsiteY5" fmla="*/ 1562997 h 1562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8328" h="1562997">
                <a:moveTo>
                  <a:pt x="0" y="587689"/>
                </a:moveTo>
                <a:lnTo>
                  <a:pt x="36510" y="556782"/>
                </a:lnTo>
                <a:cubicBezTo>
                  <a:pt x="496116" y="205259"/>
                  <a:pt x="1050179" y="0"/>
                  <a:pt x="1646588" y="0"/>
                </a:cubicBezTo>
                <a:cubicBezTo>
                  <a:pt x="1845391" y="0"/>
                  <a:pt x="2039489" y="22807"/>
                  <a:pt x="2226952" y="66235"/>
                </a:cubicBezTo>
                <a:lnTo>
                  <a:pt x="2388328" y="113210"/>
                </a:lnTo>
                <a:lnTo>
                  <a:pt x="1303885" y="1562997"/>
                </a:ln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2" name="任意多边形: 形状 61"/>
          <p:cNvSpPr/>
          <p:nvPr>
            <p:custDataLst>
              <p:tags r:id="rId12"/>
            </p:custDataLst>
          </p:nvPr>
        </p:nvSpPr>
        <p:spPr>
          <a:xfrm rot="3192208">
            <a:off x="-591592" y="5529014"/>
            <a:ext cx="2404114" cy="1615286"/>
          </a:xfrm>
          <a:custGeom>
            <a:avLst/>
            <a:gdLst>
              <a:gd name="connsiteX0" fmla="*/ 0 w 2404114"/>
              <a:gd name="connsiteY0" fmla="*/ 670855 h 1615286"/>
              <a:gd name="connsiteX1" fmla="*/ 134747 w 2404114"/>
              <a:gd name="connsiteY1" fmla="*/ 556782 h 1615286"/>
              <a:gd name="connsiteX2" fmla="*/ 1744825 w 2404114"/>
              <a:gd name="connsiteY2" fmla="*/ 0 h 1615286"/>
              <a:gd name="connsiteX3" fmla="*/ 2325189 w 2404114"/>
              <a:gd name="connsiteY3" fmla="*/ 66235 h 1615286"/>
              <a:gd name="connsiteX4" fmla="*/ 2404114 w 2404114"/>
              <a:gd name="connsiteY4" fmla="*/ 89209 h 1615286"/>
              <a:gd name="connsiteX5" fmla="*/ 1262606 w 2404114"/>
              <a:gd name="connsiteY5" fmla="*/ 1615286 h 1615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04114" h="1615286">
                <a:moveTo>
                  <a:pt x="0" y="670855"/>
                </a:moveTo>
                <a:lnTo>
                  <a:pt x="134747" y="556782"/>
                </a:lnTo>
                <a:cubicBezTo>
                  <a:pt x="594353" y="205259"/>
                  <a:pt x="1148416" y="0"/>
                  <a:pt x="1744825" y="0"/>
                </a:cubicBezTo>
                <a:cubicBezTo>
                  <a:pt x="1943628" y="0"/>
                  <a:pt x="2137726" y="22807"/>
                  <a:pt x="2325189" y="66235"/>
                </a:cubicBezTo>
                <a:lnTo>
                  <a:pt x="2404114" y="89209"/>
                </a:lnTo>
                <a:lnTo>
                  <a:pt x="1262606" y="1615286"/>
                </a:ln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0" name="任意多边形: 形状 59"/>
          <p:cNvSpPr/>
          <p:nvPr>
            <p:custDataLst>
              <p:tags r:id="rId13"/>
            </p:custDataLst>
          </p:nvPr>
        </p:nvSpPr>
        <p:spPr>
          <a:xfrm rot="3192208">
            <a:off x="-548115" y="5526939"/>
            <a:ext cx="2418466" cy="1667575"/>
          </a:xfrm>
          <a:custGeom>
            <a:avLst/>
            <a:gdLst>
              <a:gd name="connsiteX0" fmla="*/ 0 w 2418466"/>
              <a:gd name="connsiteY0" fmla="*/ 754888 h 1667575"/>
              <a:gd name="connsiteX1" fmla="*/ 10136 w 2418466"/>
              <a:gd name="connsiteY1" fmla="*/ 744459 h 1667575"/>
              <a:gd name="connsiteX2" fmla="*/ 1841905 w 2418466"/>
              <a:gd name="connsiteY2" fmla="*/ 0 h 1667575"/>
              <a:gd name="connsiteX3" fmla="*/ 2136340 w 2418466"/>
              <a:gd name="connsiteY3" fmla="*/ 16832 h 1667575"/>
              <a:gd name="connsiteX4" fmla="*/ 2418466 w 2418466"/>
              <a:gd name="connsiteY4" fmla="*/ 65577 h 1667575"/>
              <a:gd name="connsiteX5" fmla="*/ 1220169 w 2418466"/>
              <a:gd name="connsiteY5" fmla="*/ 1667575 h 1667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8466" h="1667575">
                <a:moveTo>
                  <a:pt x="0" y="754888"/>
                </a:moveTo>
                <a:lnTo>
                  <a:pt x="10136" y="744459"/>
                </a:lnTo>
                <a:cubicBezTo>
                  <a:pt x="507921" y="279380"/>
                  <a:pt x="1146094" y="0"/>
                  <a:pt x="1841905" y="0"/>
                </a:cubicBezTo>
                <a:cubicBezTo>
                  <a:pt x="1941307" y="0"/>
                  <a:pt x="2039532" y="5702"/>
                  <a:pt x="2136340" y="16832"/>
                </a:cubicBezTo>
                <a:lnTo>
                  <a:pt x="2418466" y="65577"/>
                </a:lnTo>
                <a:lnTo>
                  <a:pt x="1220169" y="1667575"/>
                </a:ln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8" name="任意多边形: 形状 57"/>
          <p:cNvSpPr/>
          <p:nvPr>
            <p:custDataLst>
              <p:tags r:id="rId14"/>
            </p:custDataLst>
          </p:nvPr>
        </p:nvSpPr>
        <p:spPr>
          <a:xfrm rot="3192208">
            <a:off x="-496263" y="5525957"/>
            <a:ext cx="2417710" cy="1719865"/>
          </a:xfrm>
          <a:custGeom>
            <a:avLst/>
            <a:gdLst>
              <a:gd name="connsiteX0" fmla="*/ 0 w 2417710"/>
              <a:gd name="connsiteY0" fmla="*/ 845595 h 1719865"/>
              <a:gd name="connsiteX1" fmla="*/ 98293 w 2417710"/>
              <a:gd name="connsiteY1" fmla="*/ 744459 h 1719865"/>
              <a:gd name="connsiteX2" fmla="*/ 1930062 w 2417710"/>
              <a:gd name="connsiteY2" fmla="*/ 0 h 1719865"/>
              <a:gd name="connsiteX3" fmla="*/ 2224497 w 2417710"/>
              <a:gd name="connsiteY3" fmla="*/ 16832 h 1719865"/>
              <a:gd name="connsiteX4" fmla="*/ 2417710 w 2417710"/>
              <a:gd name="connsiteY4" fmla="*/ 50215 h 1719865"/>
              <a:gd name="connsiteX5" fmla="*/ 1168810 w 2417710"/>
              <a:gd name="connsiteY5" fmla="*/ 1719865 h 1719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7710" h="1719865">
                <a:moveTo>
                  <a:pt x="0" y="845595"/>
                </a:moveTo>
                <a:lnTo>
                  <a:pt x="98293" y="744459"/>
                </a:lnTo>
                <a:cubicBezTo>
                  <a:pt x="596078" y="279380"/>
                  <a:pt x="1234251" y="0"/>
                  <a:pt x="1930062" y="0"/>
                </a:cubicBezTo>
                <a:cubicBezTo>
                  <a:pt x="2029464" y="0"/>
                  <a:pt x="2127689" y="5702"/>
                  <a:pt x="2224497" y="16832"/>
                </a:cubicBezTo>
                <a:lnTo>
                  <a:pt x="2417710" y="50215"/>
                </a:lnTo>
                <a:lnTo>
                  <a:pt x="1168810" y="1719865"/>
                </a:ln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6" name="任意多边形: 形状 55"/>
          <p:cNvSpPr/>
          <p:nvPr>
            <p:custDataLst>
              <p:tags r:id="rId15"/>
            </p:custDataLst>
          </p:nvPr>
        </p:nvSpPr>
        <p:spPr>
          <a:xfrm rot="3192208">
            <a:off x="-444413" y="5524977"/>
            <a:ext cx="2416953" cy="1772154"/>
          </a:xfrm>
          <a:custGeom>
            <a:avLst/>
            <a:gdLst>
              <a:gd name="connsiteX0" fmla="*/ 0 w 2416953"/>
              <a:gd name="connsiteY0" fmla="*/ 936301 h 1772154"/>
              <a:gd name="connsiteX1" fmla="*/ 186449 w 2416953"/>
              <a:gd name="connsiteY1" fmla="*/ 744459 h 1772154"/>
              <a:gd name="connsiteX2" fmla="*/ 2018218 w 2416953"/>
              <a:gd name="connsiteY2" fmla="*/ 0 h 1772154"/>
              <a:gd name="connsiteX3" fmla="*/ 2312653 w 2416953"/>
              <a:gd name="connsiteY3" fmla="*/ 16832 h 1772154"/>
              <a:gd name="connsiteX4" fmla="*/ 2416953 w 2416953"/>
              <a:gd name="connsiteY4" fmla="*/ 34853 h 1772154"/>
              <a:gd name="connsiteX5" fmla="*/ 1117450 w 2416953"/>
              <a:gd name="connsiteY5" fmla="*/ 1772154 h 1772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6953" h="1772154">
                <a:moveTo>
                  <a:pt x="0" y="936301"/>
                </a:moveTo>
                <a:lnTo>
                  <a:pt x="186449" y="744459"/>
                </a:lnTo>
                <a:cubicBezTo>
                  <a:pt x="684234" y="279380"/>
                  <a:pt x="1322407" y="0"/>
                  <a:pt x="2018218" y="0"/>
                </a:cubicBezTo>
                <a:cubicBezTo>
                  <a:pt x="2117620" y="0"/>
                  <a:pt x="2215845" y="5702"/>
                  <a:pt x="2312653" y="16832"/>
                </a:cubicBezTo>
                <a:lnTo>
                  <a:pt x="2416953" y="34853"/>
                </a:lnTo>
                <a:lnTo>
                  <a:pt x="1117450" y="1772154"/>
                </a:ln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4" name="任意多边形: 形状 53"/>
          <p:cNvSpPr/>
          <p:nvPr>
            <p:custDataLst>
              <p:tags r:id="rId16"/>
            </p:custDataLst>
          </p:nvPr>
        </p:nvSpPr>
        <p:spPr>
          <a:xfrm rot="3192208">
            <a:off x="-386469" y="5527048"/>
            <a:ext cx="2408575" cy="1824444"/>
          </a:xfrm>
          <a:custGeom>
            <a:avLst/>
            <a:gdLst>
              <a:gd name="connsiteX0" fmla="*/ 0 w 2408575"/>
              <a:gd name="connsiteY0" fmla="*/ 1032708 h 1824444"/>
              <a:gd name="connsiteX1" fmla="*/ 62485 w 2408575"/>
              <a:gd name="connsiteY1" fmla="*/ 954875 h 1824444"/>
              <a:gd name="connsiteX2" fmla="*/ 2098754 w 2408575"/>
              <a:gd name="connsiteY2" fmla="*/ 0 h 1824444"/>
              <a:gd name="connsiteX3" fmla="*/ 2393189 w 2408575"/>
              <a:gd name="connsiteY3" fmla="*/ 16832 h 1824444"/>
              <a:gd name="connsiteX4" fmla="*/ 2408575 w 2408575"/>
              <a:gd name="connsiteY4" fmla="*/ 19490 h 1824444"/>
              <a:gd name="connsiteX5" fmla="*/ 1058468 w 2408575"/>
              <a:gd name="connsiteY5" fmla="*/ 1824444 h 1824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08575" h="1824444">
                <a:moveTo>
                  <a:pt x="0" y="1032708"/>
                </a:moveTo>
                <a:lnTo>
                  <a:pt x="62485" y="954875"/>
                </a:lnTo>
                <a:cubicBezTo>
                  <a:pt x="583612" y="364904"/>
                  <a:pt x="1303542" y="0"/>
                  <a:pt x="2098754" y="0"/>
                </a:cubicBezTo>
                <a:cubicBezTo>
                  <a:pt x="2198156" y="0"/>
                  <a:pt x="2296381" y="5702"/>
                  <a:pt x="2393189" y="16832"/>
                </a:cubicBezTo>
                <a:lnTo>
                  <a:pt x="2408575" y="19490"/>
                </a:lnTo>
                <a:lnTo>
                  <a:pt x="1058468" y="1824444"/>
                </a:ln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3" name="任意多边形: 形状 102"/>
          <p:cNvSpPr/>
          <p:nvPr>
            <p:custDataLst>
              <p:tags r:id="rId17"/>
            </p:custDataLst>
          </p:nvPr>
        </p:nvSpPr>
        <p:spPr>
          <a:xfrm rot="3960000">
            <a:off x="9491074" y="4079930"/>
            <a:ext cx="2552912" cy="4030061"/>
          </a:xfrm>
          <a:custGeom>
            <a:avLst/>
            <a:gdLst>
              <a:gd name="connsiteX0" fmla="*/ 252816 w 2552912"/>
              <a:gd name="connsiteY0" fmla="*/ 0 h 4030061"/>
              <a:gd name="connsiteX1" fmla="*/ 2552912 w 2552912"/>
              <a:gd name="connsiteY1" fmla="*/ 1024069 h 4030061"/>
              <a:gd name="connsiteX2" fmla="*/ 1214558 w 2552912"/>
              <a:gd name="connsiteY2" fmla="*/ 4030061 h 4030061"/>
              <a:gd name="connsiteX3" fmla="*/ 1060897 w 2552912"/>
              <a:gd name="connsiteY3" fmla="*/ 3890405 h 4030061"/>
              <a:gd name="connsiteX4" fmla="*/ 0 w 2552912"/>
              <a:gd name="connsiteY4" fmla="*/ 1329171 h 4030061"/>
              <a:gd name="connsiteX5" fmla="*/ 219790 w 2552912"/>
              <a:gd name="connsiteY5" fmla="*/ 83760 h 4030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52912" h="4030061">
                <a:moveTo>
                  <a:pt x="252816" y="0"/>
                </a:moveTo>
                <a:lnTo>
                  <a:pt x="2552912" y="1024069"/>
                </a:lnTo>
                <a:lnTo>
                  <a:pt x="1214558" y="4030061"/>
                </a:lnTo>
                <a:lnTo>
                  <a:pt x="1060897" y="3890405"/>
                </a:lnTo>
                <a:cubicBezTo>
                  <a:pt x="405421" y="3234927"/>
                  <a:pt x="0" y="2329395"/>
                  <a:pt x="0" y="1329171"/>
                </a:cubicBezTo>
                <a:cubicBezTo>
                  <a:pt x="0" y="891572"/>
                  <a:pt x="77600" y="472099"/>
                  <a:pt x="219790" y="83760"/>
                </a:cubicBez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5" name="任意多边形: 形状 104"/>
          <p:cNvSpPr/>
          <p:nvPr>
            <p:custDataLst>
              <p:tags r:id="rId18"/>
            </p:custDataLst>
          </p:nvPr>
        </p:nvSpPr>
        <p:spPr>
          <a:xfrm rot="3960000">
            <a:off x="9649604" y="4239275"/>
            <a:ext cx="2385122" cy="3828578"/>
          </a:xfrm>
          <a:custGeom>
            <a:avLst/>
            <a:gdLst>
              <a:gd name="connsiteX0" fmla="*/ 211692 w 2385122"/>
              <a:gd name="connsiteY0" fmla="*/ 0 h 3828578"/>
              <a:gd name="connsiteX1" fmla="*/ 2385122 w 2385122"/>
              <a:gd name="connsiteY1" fmla="*/ 967674 h 3828578"/>
              <a:gd name="connsiteX2" fmla="*/ 1111365 w 2385122"/>
              <a:gd name="connsiteY2" fmla="*/ 3828578 h 3828578"/>
              <a:gd name="connsiteX3" fmla="*/ 1060898 w 2385122"/>
              <a:gd name="connsiteY3" fmla="*/ 3782711 h 3828578"/>
              <a:gd name="connsiteX4" fmla="*/ 0 w 2385122"/>
              <a:gd name="connsiteY4" fmla="*/ 1221477 h 3828578"/>
              <a:gd name="connsiteX5" fmla="*/ 162844 w 2385122"/>
              <a:gd name="connsiteY5" fmla="*/ 144366 h 3828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85122" h="3828578">
                <a:moveTo>
                  <a:pt x="211692" y="0"/>
                </a:moveTo>
                <a:lnTo>
                  <a:pt x="2385122" y="967674"/>
                </a:lnTo>
                <a:lnTo>
                  <a:pt x="1111365" y="3828578"/>
                </a:lnTo>
                <a:lnTo>
                  <a:pt x="1060898" y="3782711"/>
                </a:lnTo>
                <a:cubicBezTo>
                  <a:pt x="405421" y="3127233"/>
                  <a:pt x="0" y="2221701"/>
                  <a:pt x="0" y="1221477"/>
                </a:cubicBezTo>
                <a:cubicBezTo>
                  <a:pt x="0" y="846393"/>
                  <a:pt x="57013" y="484625"/>
                  <a:pt x="162844" y="144366"/>
                </a:cubicBez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7" name="任意多边形: 形状 106"/>
          <p:cNvSpPr/>
          <p:nvPr>
            <p:custDataLst>
              <p:tags r:id="rId19"/>
            </p:custDataLst>
          </p:nvPr>
        </p:nvSpPr>
        <p:spPr>
          <a:xfrm rot="3960000">
            <a:off x="9810400" y="4401906"/>
            <a:ext cx="2217332" cy="3618509"/>
          </a:xfrm>
          <a:custGeom>
            <a:avLst/>
            <a:gdLst>
              <a:gd name="connsiteX0" fmla="*/ 174639 w 2217332"/>
              <a:gd name="connsiteY0" fmla="*/ 0 h 3618509"/>
              <a:gd name="connsiteX1" fmla="*/ 2217332 w 2217332"/>
              <a:gd name="connsiteY1" fmla="*/ 909465 h 3618509"/>
              <a:gd name="connsiteX2" fmla="*/ 1011188 w 2217332"/>
              <a:gd name="connsiteY2" fmla="*/ 3618509 h 3618509"/>
              <a:gd name="connsiteX3" fmla="*/ 827119 w 2217332"/>
              <a:gd name="connsiteY3" fmla="*/ 3415981 h 3618509"/>
              <a:gd name="connsiteX4" fmla="*/ 0 w 2217332"/>
              <a:gd name="connsiteY4" fmla="*/ 1111970 h 3618509"/>
              <a:gd name="connsiteX5" fmla="*/ 162844 w 2217332"/>
              <a:gd name="connsiteY5" fmla="*/ 34859 h 3618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17332" h="3618509">
                <a:moveTo>
                  <a:pt x="174639" y="0"/>
                </a:moveTo>
                <a:lnTo>
                  <a:pt x="2217332" y="909465"/>
                </a:lnTo>
                <a:lnTo>
                  <a:pt x="1011188" y="3618509"/>
                </a:lnTo>
                <a:lnTo>
                  <a:pt x="827119" y="3415981"/>
                </a:lnTo>
                <a:cubicBezTo>
                  <a:pt x="310400" y="2789864"/>
                  <a:pt x="0" y="1987166"/>
                  <a:pt x="0" y="1111970"/>
                </a:cubicBezTo>
                <a:cubicBezTo>
                  <a:pt x="0" y="736886"/>
                  <a:pt x="57013" y="375118"/>
                  <a:pt x="162844" y="34859"/>
                </a:cubicBez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9" name="任意多边形: 形状 108"/>
          <p:cNvSpPr/>
          <p:nvPr>
            <p:custDataLst>
              <p:tags r:id="rId20"/>
            </p:custDataLst>
          </p:nvPr>
        </p:nvSpPr>
        <p:spPr>
          <a:xfrm rot="3960000">
            <a:off x="9973427" y="4567590"/>
            <a:ext cx="2049541" cy="3400351"/>
          </a:xfrm>
          <a:custGeom>
            <a:avLst/>
            <a:gdLst>
              <a:gd name="connsiteX0" fmla="*/ 141190 w 2049541"/>
              <a:gd name="connsiteY0" fmla="*/ 0 h 3400351"/>
              <a:gd name="connsiteX1" fmla="*/ 2049541 w 2049541"/>
              <a:gd name="connsiteY1" fmla="*/ 849653 h 3400351"/>
              <a:gd name="connsiteX2" fmla="*/ 913897 w 2049541"/>
              <a:gd name="connsiteY2" fmla="*/ 3400351 h 3400351"/>
              <a:gd name="connsiteX3" fmla="*/ 827118 w 2049541"/>
              <a:gd name="connsiteY3" fmla="*/ 3304870 h 3400351"/>
              <a:gd name="connsiteX4" fmla="*/ 0 w 2049541"/>
              <a:gd name="connsiteY4" fmla="*/ 1000858 h 3400351"/>
              <a:gd name="connsiteX5" fmla="*/ 114034 w 2049541"/>
              <a:gd name="connsiteY5" fmla="*/ 95630 h 3400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49541" h="3400351">
                <a:moveTo>
                  <a:pt x="141190" y="0"/>
                </a:moveTo>
                <a:lnTo>
                  <a:pt x="2049541" y="849653"/>
                </a:lnTo>
                <a:lnTo>
                  <a:pt x="913897" y="3400351"/>
                </a:lnTo>
                <a:lnTo>
                  <a:pt x="827118" y="3304870"/>
                </a:lnTo>
                <a:cubicBezTo>
                  <a:pt x="310400" y="2678752"/>
                  <a:pt x="0" y="1876054"/>
                  <a:pt x="0" y="1000858"/>
                </a:cubicBezTo>
                <a:cubicBezTo>
                  <a:pt x="0" y="688288"/>
                  <a:pt x="39592" y="384964"/>
                  <a:pt x="114034" y="95630"/>
                </a:cubicBez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3" name="任意多边形: 形状 112"/>
          <p:cNvSpPr/>
          <p:nvPr>
            <p:custDataLst>
              <p:tags r:id="rId21"/>
            </p:custDataLst>
          </p:nvPr>
        </p:nvSpPr>
        <p:spPr>
          <a:xfrm rot="3960000">
            <a:off x="10136663" y="4734509"/>
            <a:ext cx="1881751" cy="3179533"/>
          </a:xfrm>
          <a:custGeom>
            <a:avLst/>
            <a:gdLst>
              <a:gd name="connsiteX0" fmla="*/ 110208 w 1881751"/>
              <a:gd name="connsiteY0" fmla="*/ 0 h 3179533"/>
              <a:gd name="connsiteX1" fmla="*/ 1881751 w 1881751"/>
              <a:gd name="connsiteY1" fmla="*/ 788741 h 3179533"/>
              <a:gd name="connsiteX2" fmla="*/ 817302 w 1881751"/>
              <a:gd name="connsiteY2" fmla="*/ 3179533 h 3179533"/>
              <a:gd name="connsiteX3" fmla="*/ 618603 w 1881751"/>
              <a:gd name="connsiteY3" fmla="*/ 2913816 h 3179533"/>
              <a:gd name="connsiteX4" fmla="*/ 0 w 1881751"/>
              <a:gd name="connsiteY4" fmla="*/ 888648 h 3179533"/>
              <a:gd name="connsiteX5" fmla="*/ 73589 w 1881751"/>
              <a:gd name="connsiteY5" fmla="*/ 158661 h 3179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1751" h="3179533">
                <a:moveTo>
                  <a:pt x="110208" y="0"/>
                </a:moveTo>
                <a:lnTo>
                  <a:pt x="1881751" y="788741"/>
                </a:lnTo>
                <a:lnTo>
                  <a:pt x="817302" y="3179533"/>
                </a:lnTo>
                <a:lnTo>
                  <a:pt x="618603" y="2913816"/>
                </a:lnTo>
                <a:cubicBezTo>
                  <a:pt x="228049" y="2335720"/>
                  <a:pt x="0" y="1638816"/>
                  <a:pt x="0" y="888648"/>
                </a:cubicBezTo>
                <a:cubicBezTo>
                  <a:pt x="0" y="638591"/>
                  <a:pt x="25339" y="394454"/>
                  <a:pt x="73589" y="158661"/>
                </a:cubicBez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1" name="任意多边形: 形状 110"/>
          <p:cNvSpPr/>
          <p:nvPr>
            <p:custDataLst>
              <p:tags r:id="rId22"/>
            </p:custDataLst>
          </p:nvPr>
        </p:nvSpPr>
        <p:spPr>
          <a:xfrm rot="3960000">
            <a:off x="10304850" y="4906694"/>
            <a:ext cx="1713960" cy="2943771"/>
          </a:xfrm>
          <a:custGeom>
            <a:avLst/>
            <a:gdLst>
              <a:gd name="connsiteX0" fmla="*/ 83837 w 1713960"/>
              <a:gd name="connsiteY0" fmla="*/ 0 h 2943771"/>
              <a:gd name="connsiteX1" fmla="*/ 1713960 w 1713960"/>
              <a:gd name="connsiteY1" fmla="*/ 725777 h 2943771"/>
              <a:gd name="connsiteX2" fmla="*/ 726446 w 1713960"/>
              <a:gd name="connsiteY2" fmla="*/ 2943771 h 2943771"/>
              <a:gd name="connsiteX3" fmla="*/ 618604 w 1713960"/>
              <a:gd name="connsiteY3" fmla="*/ 2799555 h 2943771"/>
              <a:gd name="connsiteX4" fmla="*/ 0 w 1713960"/>
              <a:gd name="connsiteY4" fmla="*/ 774387 h 2943771"/>
              <a:gd name="connsiteX5" fmla="*/ 73589 w 1713960"/>
              <a:gd name="connsiteY5" fmla="*/ 44401 h 2943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3960" h="2943771">
                <a:moveTo>
                  <a:pt x="83837" y="0"/>
                </a:moveTo>
                <a:lnTo>
                  <a:pt x="1713960" y="725777"/>
                </a:lnTo>
                <a:lnTo>
                  <a:pt x="726446" y="2943771"/>
                </a:lnTo>
                <a:lnTo>
                  <a:pt x="618604" y="2799555"/>
                </a:lnTo>
                <a:cubicBezTo>
                  <a:pt x="228050" y="2221460"/>
                  <a:pt x="0" y="1524555"/>
                  <a:pt x="0" y="774387"/>
                </a:cubicBezTo>
                <a:cubicBezTo>
                  <a:pt x="0" y="524331"/>
                  <a:pt x="25339" y="280193"/>
                  <a:pt x="73589" y="44401"/>
                </a:cubicBez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7" name="任意多边形: 形状 116"/>
          <p:cNvSpPr/>
          <p:nvPr>
            <p:custDataLst>
              <p:tags r:id="rId23"/>
            </p:custDataLst>
          </p:nvPr>
        </p:nvSpPr>
        <p:spPr>
          <a:xfrm rot="3960000">
            <a:off x="10472352" y="5079938"/>
            <a:ext cx="1546169" cy="2706504"/>
          </a:xfrm>
          <a:custGeom>
            <a:avLst/>
            <a:gdLst>
              <a:gd name="connsiteX0" fmla="*/ 60845 w 1546169"/>
              <a:gd name="connsiteY0" fmla="*/ 0 h 2706504"/>
              <a:gd name="connsiteX1" fmla="*/ 1546169 w 1546169"/>
              <a:gd name="connsiteY1" fmla="*/ 661310 h 2706504"/>
              <a:gd name="connsiteX2" fmla="*/ 635590 w 1546169"/>
              <a:gd name="connsiteY2" fmla="*/ 2706504 h 2706504"/>
              <a:gd name="connsiteX3" fmla="*/ 618604 w 1546169"/>
              <a:gd name="connsiteY3" fmla="*/ 2683788 h 2706504"/>
              <a:gd name="connsiteX4" fmla="*/ 0 w 1546169"/>
              <a:gd name="connsiteY4" fmla="*/ 658620 h 2706504"/>
              <a:gd name="connsiteX5" fmla="*/ 41735 w 1546169"/>
              <a:gd name="connsiteY5" fmla="*/ 107005 h 2706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6169" h="2706504">
                <a:moveTo>
                  <a:pt x="60845" y="0"/>
                </a:moveTo>
                <a:lnTo>
                  <a:pt x="1546169" y="661310"/>
                </a:lnTo>
                <a:lnTo>
                  <a:pt x="635590" y="2706504"/>
                </a:lnTo>
                <a:lnTo>
                  <a:pt x="618604" y="2683788"/>
                </a:lnTo>
                <a:cubicBezTo>
                  <a:pt x="228050" y="2105693"/>
                  <a:pt x="0" y="1408788"/>
                  <a:pt x="0" y="658620"/>
                </a:cubicBezTo>
                <a:cubicBezTo>
                  <a:pt x="0" y="471079"/>
                  <a:pt x="14253" y="286865"/>
                  <a:pt x="41735" y="107005"/>
                </a:cubicBez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5" name="任意多边形: 形状 114"/>
          <p:cNvSpPr/>
          <p:nvPr>
            <p:custDataLst>
              <p:tags r:id="rId24"/>
            </p:custDataLst>
          </p:nvPr>
        </p:nvSpPr>
        <p:spPr>
          <a:xfrm rot="3960000">
            <a:off x="10645332" y="5257907"/>
            <a:ext cx="1378379" cy="2454908"/>
          </a:xfrm>
          <a:custGeom>
            <a:avLst/>
            <a:gdLst>
              <a:gd name="connsiteX0" fmla="*/ 40474 w 1378379"/>
              <a:gd name="connsiteY0" fmla="*/ 0 h 2454908"/>
              <a:gd name="connsiteX1" fmla="*/ 1378379 w 1378379"/>
              <a:gd name="connsiteY1" fmla="*/ 595674 h 2454908"/>
              <a:gd name="connsiteX2" fmla="*/ 550595 w 1378379"/>
              <a:gd name="connsiteY2" fmla="*/ 2454908 h 2454908"/>
              <a:gd name="connsiteX3" fmla="*/ 437172 w 1378379"/>
              <a:gd name="connsiteY3" fmla="*/ 2268209 h 2454908"/>
              <a:gd name="connsiteX4" fmla="*/ 0 w 1378379"/>
              <a:gd name="connsiteY4" fmla="*/ 541686 h 2454908"/>
              <a:gd name="connsiteX5" fmla="*/ 18701 w 1378379"/>
              <a:gd name="connsiteY5" fmla="*/ 171344 h 2454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8379" h="2454908">
                <a:moveTo>
                  <a:pt x="40474" y="0"/>
                </a:moveTo>
                <a:lnTo>
                  <a:pt x="1378379" y="595674"/>
                </a:lnTo>
                <a:lnTo>
                  <a:pt x="550595" y="2454908"/>
                </a:lnTo>
                <a:lnTo>
                  <a:pt x="437172" y="2268209"/>
                </a:lnTo>
                <a:cubicBezTo>
                  <a:pt x="158367" y="1754978"/>
                  <a:pt x="0" y="1166827"/>
                  <a:pt x="0" y="541686"/>
                </a:cubicBezTo>
                <a:cubicBezTo>
                  <a:pt x="0" y="416658"/>
                  <a:pt x="6335" y="293110"/>
                  <a:pt x="18701" y="171344"/>
                </a:cubicBez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9" name="任意多边形: 形状 118"/>
          <p:cNvSpPr/>
          <p:nvPr>
            <p:custDataLst>
              <p:tags r:id="rId25"/>
            </p:custDataLst>
          </p:nvPr>
        </p:nvSpPr>
        <p:spPr>
          <a:xfrm rot="3960000">
            <a:off x="10818633" y="5438409"/>
            <a:ext cx="1210589" cy="2197963"/>
          </a:xfrm>
          <a:custGeom>
            <a:avLst/>
            <a:gdLst>
              <a:gd name="connsiteX0" fmla="*/ 25319 w 1210589"/>
              <a:gd name="connsiteY0" fmla="*/ 0 h 2197963"/>
              <a:gd name="connsiteX1" fmla="*/ 1210589 w 1210589"/>
              <a:gd name="connsiteY1" fmla="*/ 527716 h 2197963"/>
              <a:gd name="connsiteX2" fmla="*/ 466947 w 1210589"/>
              <a:gd name="connsiteY2" fmla="*/ 2197963 h 2197963"/>
              <a:gd name="connsiteX3" fmla="*/ 437172 w 1210589"/>
              <a:gd name="connsiteY3" fmla="*/ 2148952 h 2197963"/>
              <a:gd name="connsiteX4" fmla="*/ 0 w 1210589"/>
              <a:gd name="connsiteY4" fmla="*/ 422429 h 2197963"/>
              <a:gd name="connsiteX5" fmla="*/ 18701 w 1210589"/>
              <a:gd name="connsiteY5" fmla="*/ 52087 h 2197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0589" h="2197963">
                <a:moveTo>
                  <a:pt x="25319" y="0"/>
                </a:moveTo>
                <a:lnTo>
                  <a:pt x="1210589" y="527716"/>
                </a:lnTo>
                <a:lnTo>
                  <a:pt x="466947" y="2197963"/>
                </a:lnTo>
                <a:lnTo>
                  <a:pt x="437172" y="2148952"/>
                </a:lnTo>
                <a:cubicBezTo>
                  <a:pt x="158367" y="1635721"/>
                  <a:pt x="0" y="1047570"/>
                  <a:pt x="0" y="422429"/>
                </a:cubicBezTo>
                <a:cubicBezTo>
                  <a:pt x="0" y="297401"/>
                  <a:pt x="6335" y="173853"/>
                  <a:pt x="18701" y="52087"/>
                </a:cubicBez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1" name="任意多边形: 形状 120"/>
          <p:cNvSpPr/>
          <p:nvPr>
            <p:custDataLst>
              <p:tags r:id="rId26"/>
            </p:custDataLst>
          </p:nvPr>
        </p:nvSpPr>
        <p:spPr>
          <a:xfrm rot="3960000">
            <a:off x="10996756" y="5623518"/>
            <a:ext cx="1042799" cy="1927508"/>
          </a:xfrm>
          <a:custGeom>
            <a:avLst/>
            <a:gdLst>
              <a:gd name="connsiteX0" fmla="*/ 13481 w 1042799"/>
              <a:gd name="connsiteY0" fmla="*/ 0 h 1927508"/>
              <a:gd name="connsiteX1" fmla="*/ 1042799 w 1042799"/>
              <a:gd name="connsiteY1" fmla="*/ 458281 h 1927508"/>
              <a:gd name="connsiteX2" fmla="*/ 388657 w 1042799"/>
              <a:gd name="connsiteY2" fmla="*/ 1927508 h 1927508"/>
              <a:gd name="connsiteX3" fmla="*/ 284645 w 1042799"/>
              <a:gd name="connsiteY3" fmla="*/ 1711593 h 1927508"/>
              <a:gd name="connsiteX4" fmla="*/ 0 w 1042799"/>
              <a:gd name="connsiteY4" fmla="*/ 301696 h 1927508"/>
              <a:gd name="connsiteX5" fmla="*/ 4713 w 1042799"/>
              <a:gd name="connsiteY5" fmla="*/ 115302 h 192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2799" h="1927508">
                <a:moveTo>
                  <a:pt x="13481" y="0"/>
                </a:moveTo>
                <a:lnTo>
                  <a:pt x="1042799" y="458281"/>
                </a:lnTo>
                <a:lnTo>
                  <a:pt x="388657" y="1927508"/>
                </a:lnTo>
                <a:lnTo>
                  <a:pt x="284645" y="1711593"/>
                </a:lnTo>
                <a:cubicBezTo>
                  <a:pt x="101355" y="1278248"/>
                  <a:pt x="0" y="801808"/>
                  <a:pt x="0" y="301696"/>
                </a:cubicBezTo>
                <a:cubicBezTo>
                  <a:pt x="0" y="239182"/>
                  <a:pt x="1584" y="177038"/>
                  <a:pt x="4713" y="115302"/>
                </a:cubicBez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3" name="任意多边形: 形状 122"/>
          <p:cNvSpPr/>
          <p:nvPr>
            <p:custDataLst>
              <p:tags r:id="rId27"/>
            </p:custDataLst>
          </p:nvPr>
        </p:nvSpPr>
        <p:spPr>
          <a:xfrm rot="3960000">
            <a:off x="11177327" y="5811509"/>
            <a:ext cx="875009" cy="1649111"/>
          </a:xfrm>
          <a:custGeom>
            <a:avLst/>
            <a:gdLst>
              <a:gd name="connsiteX0" fmla="*/ 4543 w 875009"/>
              <a:gd name="connsiteY0" fmla="*/ 0 h 1649111"/>
              <a:gd name="connsiteX1" fmla="*/ 875009 w 875009"/>
              <a:gd name="connsiteY1" fmla="*/ 387556 h 1649111"/>
              <a:gd name="connsiteX2" fmla="*/ 313328 w 875009"/>
              <a:gd name="connsiteY2" fmla="*/ 1649111 h 1649111"/>
              <a:gd name="connsiteX3" fmla="*/ 284645 w 875009"/>
              <a:gd name="connsiteY3" fmla="*/ 1589569 h 1649111"/>
              <a:gd name="connsiteX4" fmla="*/ 0 w 875009"/>
              <a:gd name="connsiteY4" fmla="*/ 179672 h 1649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5009" h="1649111">
                <a:moveTo>
                  <a:pt x="4543" y="0"/>
                </a:moveTo>
                <a:lnTo>
                  <a:pt x="875009" y="387556"/>
                </a:lnTo>
                <a:lnTo>
                  <a:pt x="313328" y="1649111"/>
                </a:lnTo>
                <a:lnTo>
                  <a:pt x="284645" y="1589569"/>
                </a:lnTo>
                <a:cubicBezTo>
                  <a:pt x="101355" y="1156224"/>
                  <a:pt x="0" y="679784"/>
                  <a:pt x="0" y="179672"/>
                </a:cubicBez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6" name="任意多边形: 形状 125"/>
          <p:cNvSpPr/>
          <p:nvPr>
            <p:custDataLst>
              <p:tags r:id="rId28"/>
            </p:custDataLst>
          </p:nvPr>
        </p:nvSpPr>
        <p:spPr>
          <a:xfrm rot="3960000">
            <a:off x="11363031" y="6005408"/>
            <a:ext cx="707218" cy="1354324"/>
          </a:xfrm>
          <a:custGeom>
            <a:avLst/>
            <a:gdLst>
              <a:gd name="connsiteX0" fmla="*/ 1393 w 707218"/>
              <a:gd name="connsiteY0" fmla="*/ 0 h 1354324"/>
              <a:gd name="connsiteX1" fmla="*/ 707218 w 707218"/>
              <a:gd name="connsiteY1" fmla="*/ 314254 h 1354324"/>
              <a:gd name="connsiteX2" fmla="*/ 244149 w 707218"/>
              <a:gd name="connsiteY2" fmla="*/ 1354324 h 1354324"/>
              <a:gd name="connsiteX3" fmla="*/ 162844 w 707218"/>
              <a:gd name="connsiteY3" fmla="*/ 1132182 h 1354324"/>
              <a:gd name="connsiteX4" fmla="*/ 0 w 707218"/>
              <a:gd name="connsiteY4" fmla="*/ 55071 h 13543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7218" h="1354324">
                <a:moveTo>
                  <a:pt x="1393" y="0"/>
                </a:moveTo>
                <a:lnTo>
                  <a:pt x="707218" y="314254"/>
                </a:lnTo>
                <a:lnTo>
                  <a:pt x="244149" y="1354324"/>
                </a:lnTo>
                <a:lnTo>
                  <a:pt x="162844" y="1132182"/>
                </a:lnTo>
                <a:cubicBezTo>
                  <a:pt x="57012" y="791924"/>
                  <a:pt x="0" y="430155"/>
                  <a:pt x="0" y="55071"/>
                </a:cubicBez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8" name="任意多边形: 形状 127"/>
          <p:cNvSpPr/>
          <p:nvPr>
            <p:custDataLst>
              <p:tags r:id="rId29"/>
            </p:custDataLst>
          </p:nvPr>
        </p:nvSpPr>
        <p:spPr>
          <a:xfrm rot="3960000">
            <a:off x="11553156" y="6203763"/>
            <a:ext cx="537630" cy="1049461"/>
          </a:xfrm>
          <a:custGeom>
            <a:avLst/>
            <a:gdLst>
              <a:gd name="connsiteX0" fmla="*/ 0 w 537630"/>
              <a:gd name="connsiteY0" fmla="*/ 0 h 1049461"/>
              <a:gd name="connsiteX1" fmla="*/ 537630 w 537630"/>
              <a:gd name="connsiteY1" fmla="*/ 239368 h 1049461"/>
              <a:gd name="connsiteX2" fmla="*/ 176953 w 537630"/>
              <a:gd name="connsiteY2" fmla="*/ 1049461 h 1049461"/>
              <a:gd name="connsiteX3" fmla="*/ 161046 w 537630"/>
              <a:gd name="connsiteY3" fmla="*/ 1005998 h 1049461"/>
              <a:gd name="connsiteX4" fmla="*/ 2915 w 537630"/>
              <a:gd name="connsiteY4" fmla="*/ 115282 h 1049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630" h="1049461">
                <a:moveTo>
                  <a:pt x="0" y="0"/>
                </a:moveTo>
                <a:lnTo>
                  <a:pt x="537630" y="239368"/>
                </a:lnTo>
                <a:lnTo>
                  <a:pt x="176953" y="1049461"/>
                </a:lnTo>
                <a:lnTo>
                  <a:pt x="161046" y="1005998"/>
                </a:lnTo>
                <a:cubicBezTo>
                  <a:pt x="72853" y="722449"/>
                  <a:pt x="18562" y="423963"/>
                  <a:pt x="2915" y="115282"/>
                </a:cubicBez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0" name="任意多边形: 形状 129"/>
          <p:cNvSpPr/>
          <p:nvPr>
            <p:custDataLst>
              <p:tags r:id="rId30"/>
            </p:custDataLst>
          </p:nvPr>
        </p:nvSpPr>
        <p:spPr>
          <a:xfrm rot="3960000">
            <a:off x="11753604" y="6410359"/>
            <a:ext cx="365978" cy="722096"/>
          </a:xfrm>
          <a:custGeom>
            <a:avLst/>
            <a:gdLst>
              <a:gd name="connsiteX0" fmla="*/ 0 w 365978"/>
              <a:gd name="connsiteY0" fmla="*/ 0 h 722096"/>
              <a:gd name="connsiteX1" fmla="*/ 365978 w 365978"/>
              <a:gd name="connsiteY1" fmla="*/ 162944 h 722096"/>
              <a:gd name="connsiteX2" fmla="*/ 117028 w 365978"/>
              <a:gd name="connsiteY2" fmla="*/ 722096 h 722096"/>
              <a:gd name="connsiteX3" fmla="*/ 67930 w 365978"/>
              <a:gd name="connsiteY3" fmla="*/ 531149 h 722096"/>
              <a:gd name="connsiteX4" fmla="*/ 13041 w 365978"/>
              <a:gd name="connsiteY4" fmla="*/ 171505 h 722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978" h="722096">
                <a:moveTo>
                  <a:pt x="0" y="0"/>
                </a:moveTo>
                <a:lnTo>
                  <a:pt x="365978" y="162944"/>
                </a:lnTo>
                <a:lnTo>
                  <a:pt x="117028" y="722096"/>
                </a:lnTo>
                <a:lnTo>
                  <a:pt x="67930" y="531149"/>
                </a:lnTo>
                <a:cubicBezTo>
                  <a:pt x="43805" y="413253"/>
                  <a:pt x="25408" y="293270"/>
                  <a:pt x="13041" y="171505"/>
                </a:cubicBez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2" name="任意多边形: 形状 131"/>
          <p:cNvSpPr/>
          <p:nvPr>
            <p:custDataLst>
              <p:tags r:id="rId31"/>
            </p:custDataLst>
          </p:nvPr>
        </p:nvSpPr>
        <p:spPr>
          <a:xfrm rot="3960000">
            <a:off x="11961391" y="6624419"/>
            <a:ext cx="188270" cy="382600"/>
          </a:xfrm>
          <a:custGeom>
            <a:avLst/>
            <a:gdLst>
              <a:gd name="connsiteX0" fmla="*/ 0 w 188270"/>
              <a:gd name="connsiteY0" fmla="*/ 0 h 382600"/>
              <a:gd name="connsiteX1" fmla="*/ 188270 w 188270"/>
              <a:gd name="connsiteY1" fmla="*/ 83823 h 382600"/>
              <a:gd name="connsiteX2" fmla="*/ 55246 w 188270"/>
              <a:gd name="connsiteY2" fmla="*/ 382600 h 382600"/>
              <a:gd name="connsiteX3" fmla="*/ 3124 w 188270"/>
              <a:gd name="connsiteY3" fmla="*/ 41086 h 382600"/>
            </a:gdLst>
            <a:ahLst/>
            <a:cxnLst>
              <a:cxn ang="0">
                <a:pos x="connsiteX0" y="connsiteY0"/>
              </a:cxn>
              <a:cxn ang="0">
                <a:pos x="connsiteX1" y="connsiteY1"/>
              </a:cxn>
              <a:cxn ang="0">
                <a:pos x="connsiteX2" y="connsiteY2"/>
              </a:cxn>
              <a:cxn ang="0">
                <a:pos x="connsiteX3" y="connsiteY3"/>
              </a:cxn>
            </a:cxnLst>
            <a:rect l="l" t="t" r="r" b="b"/>
            <a:pathLst>
              <a:path w="188270" h="382600">
                <a:moveTo>
                  <a:pt x="0" y="0"/>
                </a:moveTo>
                <a:lnTo>
                  <a:pt x="188270" y="83823"/>
                </a:lnTo>
                <a:lnTo>
                  <a:pt x="55246" y="382600"/>
                </a:lnTo>
                <a:lnTo>
                  <a:pt x="3124" y="41086"/>
                </a:ln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 name="标题 1"/>
          <p:cNvSpPr>
            <a:spLocks noGrp="1"/>
          </p:cNvSpPr>
          <p:nvPr>
            <p:ph type="title"/>
            <p:custDataLst>
              <p:tags r:id="rId3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1pPr>
          </a:lstStyle>
          <a:p>
            <a:pPr lvl="0"/>
            <a:r>
              <a:rPr dirty="0">
                <a:sym typeface="+mn-ea"/>
              </a:rPr>
              <a:t>单击此处编辑母版标题样式</a:t>
            </a:r>
          </a:p>
        </p:txBody>
      </p:sp>
      <p:sp>
        <p:nvSpPr>
          <p:cNvPr id="3" name="内容占位符 2"/>
          <p:cNvSpPr>
            <a:spLocks noGrp="1"/>
          </p:cNvSpPr>
          <p:nvPr>
            <p:ph idx="1"/>
            <p:custDataLst>
              <p:tags r:id="rId3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4"/>
            </p:custDataLst>
          </p:nvPr>
        </p:nvSpPr>
        <p:spPr/>
        <p:txBody>
          <a:bodyPr/>
          <a:lstStyle/>
          <a:p>
            <a:fld id="{760FBDFE-C587-4B4C-A407-44438C67B59E}" type="datetimeFigureOut">
              <a:rPr lang="zh-CN" altLang="en-US" smtClean="0"/>
              <a:t>2025/8/25</a:t>
            </a:fld>
            <a:endParaRPr lang="zh-CN" altLang="en-US"/>
          </a:p>
        </p:txBody>
      </p:sp>
      <p:sp>
        <p:nvSpPr>
          <p:cNvPr id="5" name="页脚占位符 4"/>
          <p:cNvSpPr>
            <a:spLocks noGrp="1"/>
          </p:cNvSpPr>
          <p:nvPr>
            <p:ph type="ftr" sz="quarter" idx="11"/>
            <p:custDataLst>
              <p:tags r:id="rId35"/>
            </p:custDataLst>
          </p:nvPr>
        </p:nvSpPr>
        <p:spPr/>
        <p:txBody>
          <a:bodyPr/>
          <a:lstStyle/>
          <a:p>
            <a:endParaRPr lang="zh-CN" altLang="en-US"/>
          </a:p>
        </p:txBody>
      </p:sp>
      <p:sp>
        <p:nvSpPr>
          <p:cNvPr id="6" name="灯片编号占位符 5"/>
          <p:cNvSpPr>
            <a:spLocks noGrp="1"/>
          </p:cNvSpPr>
          <p:nvPr>
            <p:ph type="sldNum" sz="quarter" idx="12"/>
            <p:custDataLst>
              <p:tags r:id="rId3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grpSp>
        <p:nvGrpSpPr>
          <p:cNvPr id="39" name="组合 38"/>
          <p:cNvGrpSpPr/>
          <p:nvPr>
            <p:custDataLst>
              <p:tags r:id="rId1"/>
            </p:custDataLst>
          </p:nvPr>
        </p:nvGrpSpPr>
        <p:grpSpPr>
          <a:xfrm rot="21072208">
            <a:off x="3873494" y="155846"/>
            <a:ext cx="4064087" cy="3260697"/>
            <a:chOff x="10482" y="-2848"/>
            <a:chExt cx="13078" cy="13078"/>
          </a:xfrm>
        </p:grpSpPr>
        <p:sp>
          <p:nvSpPr>
            <p:cNvPr id="40" name="椭圆 39"/>
            <p:cNvSpPr/>
            <p:nvPr>
              <p:custDataLst>
                <p:tags r:id="rId7"/>
              </p:custDataLst>
            </p:nvPr>
          </p:nvSpPr>
          <p:spPr>
            <a:xfrm rot="3720000">
              <a:off x="10482" y="-2848"/>
              <a:ext cx="11678" cy="11678"/>
            </a:xfrm>
            <a:prstGeom prst="ellipse">
              <a:avLst/>
            </a:pr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1" name="椭圆 40"/>
            <p:cNvSpPr/>
            <p:nvPr>
              <p:custDataLst>
                <p:tags r:id="rId8"/>
              </p:custDataLst>
            </p:nvPr>
          </p:nvSpPr>
          <p:spPr>
            <a:xfrm rot="3720000">
              <a:off x="10682" y="-2648"/>
              <a:ext cx="11678" cy="11678"/>
            </a:xfrm>
            <a:prstGeom prst="ellipse">
              <a:avLst/>
            </a:pr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2" name="椭圆 41"/>
            <p:cNvSpPr/>
            <p:nvPr>
              <p:custDataLst>
                <p:tags r:id="rId9"/>
              </p:custDataLst>
            </p:nvPr>
          </p:nvSpPr>
          <p:spPr>
            <a:xfrm rot="3720000">
              <a:off x="10882" y="-2448"/>
              <a:ext cx="11678" cy="11678"/>
            </a:xfrm>
            <a:prstGeom prst="ellipse">
              <a:avLst/>
            </a:pr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3" name="椭圆 42"/>
            <p:cNvSpPr/>
            <p:nvPr>
              <p:custDataLst>
                <p:tags r:id="rId10"/>
              </p:custDataLst>
            </p:nvPr>
          </p:nvSpPr>
          <p:spPr>
            <a:xfrm rot="3720000">
              <a:off x="11082" y="-2248"/>
              <a:ext cx="11678" cy="11678"/>
            </a:xfrm>
            <a:prstGeom prst="ellipse">
              <a:avLst/>
            </a:pr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4" name="椭圆 43"/>
            <p:cNvSpPr/>
            <p:nvPr>
              <p:custDataLst>
                <p:tags r:id="rId11"/>
              </p:custDataLst>
            </p:nvPr>
          </p:nvSpPr>
          <p:spPr>
            <a:xfrm rot="3720000">
              <a:off x="11282" y="-2048"/>
              <a:ext cx="11678" cy="11678"/>
            </a:xfrm>
            <a:prstGeom prst="ellipse">
              <a:avLst/>
            </a:pr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45" name="组合 44"/>
            <p:cNvGrpSpPr/>
            <p:nvPr/>
          </p:nvGrpSpPr>
          <p:grpSpPr>
            <a:xfrm>
              <a:off x="11482" y="-1848"/>
              <a:ext cx="12078" cy="12078"/>
              <a:chOff x="11482" y="-1848"/>
              <a:chExt cx="12078" cy="12078"/>
            </a:xfrm>
          </p:grpSpPr>
          <p:sp>
            <p:nvSpPr>
              <p:cNvPr id="46" name="椭圆 45"/>
              <p:cNvSpPr/>
              <p:nvPr>
                <p:custDataLst>
                  <p:tags r:id="rId12"/>
                </p:custDataLst>
              </p:nvPr>
            </p:nvSpPr>
            <p:spPr>
              <a:xfrm rot="3720000">
                <a:off x="11482" y="-1848"/>
                <a:ext cx="11678" cy="11678"/>
              </a:xfrm>
              <a:prstGeom prst="ellipse">
                <a:avLst/>
              </a:pr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7" name="椭圆 46"/>
              <p:cNvSpPr/>
              <p:nvPr>
                <p:custDataLst>
                  <p:tags r:id="rId13"/>
                </p:custDataLst>
              </p:nvPr>
            </p:nvSpPr>
            <p:spPr>
              <a:xfrm rot="3720000">
                <a:off x="11682" y="-1648"/>
                <a:ext cx="11678" cy="11678"/>
              </a:xfrm>
              <a:prstGeom prst="ellipse">
                <a:avLst/>
              </a:pr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8" name="椭圆 47"/>
              <p:cNvSpPr/>
              <p:nvPr>
                <p:custDataLst>
                  <p:tags r:id="rId14"/>
                </p:custDataLst>
              </p:nvPr>
            </p:nvSpPr>
            <p:spPr>
              <a:xfrm rot="3720000">
                <a:off x="11882" y="-1448"/>
                <a:ext cx="11678" cy="11678"/>
              </a:xfrm>
              <a:prstGeom prst="ellipse">
                <a:avLst/>
              </a:pr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grpSp>
      <p:sp>
        <p:nvSpPr>
          <p:cNvPr id="2" name="标题 1"/>
          <p:cNvSpPr>
            <a:spLocks noGrp="1"/>
          </p:cNvSpPr>
          <p:nvPr>
            <p:ph type="title" hasCustomPrompt="1"/>
            <p:custDataLst>
              <p:tags r:id="rId2"/>
            </p:custDataLst>
          </p:nvPr>
        </p:nvSpPr>
        <p:spPr>
          <a:xfrm>
            <a:off x="3033146" y="3624622"/>
            <a:ext cx="6125805" cy="1007615"/>
          </a:xfrm>
        </p:spPr>
        <p:txBody>
          <a:bodyPr lIns="101600" tIns="38100" rIns="63500" bIns="38100" anchor="b" anchorCtr="0">
            <a:noAutofit/>
          </a:bodyPr>
          <a:lstStyle>
            <a:lvl1pPr algn="ctr">
              <a:defRPr sz="3600" u="none" strike="noStrike" kern="1200" cap="none" spc="300" normalizeH="0">
                <a:solidFill>
                  <a:schemeClr val="tx1">
                    <a:lumMod val="85000"/>
                    <a:lumOff val="15000"/>
                  </a:schemeClr>
                </a:solidFill>
                <a:uFillTx/>
                <a:latin typeface="微软雅黑" panose="020B0503020204020204" charset="-122"/>
                <a:ea typeface="微软雅黑" panose="020B0503020204020204" charset="-122"/>
              </a:defRPr>
            </a:lvl1pPr>
          </a:lstStyle>
          <a:p>
            <a:r>
              <a:rPr lang="zh-CN" altLang="en-US" dirty="0"/>
              <a:t>单击此处编辑标题</a:t>
            </a:r>
          </a:p>
        </p:txBody>
      </p:sp>
      <p:sp>
        <p:nvSpPr>
          <p:cNvPr id="3" name="文本占位符 2"/>
          <p:cNvSpPr>
            <a:spLocks noGrp="1"/>
          </p:cNvSpPr>
          <p:nvPr>
            <p:ph type="body" idx="1"/>
            <p:custDataLst>
              <p:tags r:id="rId3"/>
            </p:custDataLst>
          </p:nvPr>
        </p:nvSpPr>
        <p:spPr>
          <a:xfrm>
            <a:off x="3033141" y="4695218"/>
            <a:ext cx="6125805" cy="1434798"/>
          </a:xfrm>
        </p:spPr>
        <p:txBody>
          <a:bodyPr lIns="101600" tIns="38100" rIns="76200" bIns="38100">
            <a:noAutofit/>
          </a:bodyPr>
          <a:lstStyle>
            <a:lvl1pPr marL="0" indent="0" algn="ctr" eaLnBrk="1" fontAlgn="auto" latinLnBrk="0" hangingPunct="1">
              <a:buNone/>
              <a:defRPr kumimoji="0" lang="zh-CN" altLang="en-US" sz="2000" b="0" i="0" u="none" strike="noStrike" kern="1200" cap="none" spc="150" normalizeH="0" baseline="0" noProof="1">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t>2025/8/25</a:t>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1pPr>
          </a:lstStyle>
          <a:p>
            <a:pPr lvl="0"/>
            <a:r>
              <a:rPr>
                <a:sym typeface="+mn-ea"/>
              </a:rPr>
              <a:t>单击此处编辑母版标题样式</a:t>
            </a:r>
          </a:p>
        </p:txBody>
      </p:sp>
      <p:sp>
        <p:nvSpPr>
          <p:cNvPr id="3" name="内容占位符 2"/>
          <p:cNvSpPr>
            <a:spLocks noGrp="1"/>
          </p:cNvSpPr>
          <p:nvPr>
            <p:ph sz="half" idx="1"/>
            <p:custDataLst>
              <p:tags r:id="rId2"/>
            </p:custDataLst>
          </p:nvPr>
        </p:nvSpPr>
        <p:spPr>
          <a:xfrm>
            <a:off x="66993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3"/>
            </p:custDataLst>
          </p:nvPr>
        </p:nvSpPr>
        <p:spPr>
          <a:xfrm>
            <a:off x="6238877" y="952508"/>
            <a:ext cx="5283242" cy="5388907"/>
          </a:xfrm>
        </p:spPr>
        <p:txBody>
          <a:bodyPr>
            <a:noAutofit/>
          </a:bodyPr>
          <a:lstStyle>
            <a:lvl1pPr>
              <a:defRPr sz="1600">
                <a:solidFill>
                  <a:schemeClr val="tx1">
                    <a:lumMod val="85000"/>
                    <a:lumOff val="15000"/>
                  </a:schemeClr>
                </a:solidFill>
                <a:latin typeface="微软雅黑" panose="020B0503020204020204" charset="-122"/>
                <a:ea typeface="微软雅黑" panose="020B0503020204020204" charset="-122"/>
              </a:defRPr>
            </a:lvl1pPr>
            <a:lvl2pPr>
              <a:defRPr sz="1600">
                <a:solidFill>
                  <a:schemeClr val="tx1">
                    <a:lumMod val="85000"/>
                    <a:lumOff val="15000"/>
                  </a:schemeClr>
                </a:solidFill>
                <a:latin typeface="微软雅黑" panose="020B0503020204020204" charset="-122"/>
                <a:ea typeface="微软雅黑" panose="020B0503020204020204" charset="-122"/>
              </a:defRPr>
            </a:lvl2pPr>
            <a:lvl3pPr>
              <a:defRPr sz="1600">
                <a:solidFill>
                  <a:schemeClr val="tx1">
                    <a:lumMod val="85000"/>
                    <a:lumOff val="15000"/>
                  </a:schemeClr>
                </a:solidFill>
                <a:latin typeface="微软雅黑" panose="020B0503020204020204" charset="-122"/>
                <a:ea typeface="微软雅黑" panose="020B0503020204020204" charset="-122"/>
              </a:defRPr>
            </a:lvl3pPr>
            <a:lvl4pPr>
              <a:defRPr sz="1600">
                <a:solidFill>
                  <a:schemeClr val="tx1">
                    <a:lumMod val="85000"/>
                    <a:lumOff val="15000"/>
                  </a:schemeClr>
                </a:solidFill>
                <a:latin typeface="微软雅黑" panose="020B0503020204020204" charset="-122"/>
                <a:ea typeface="微软雅黑" panose="020B0503020204020204" charset="-122"/>
              </a:defRPr>
            </a:lvl4pPr>
            <a:lvl5pPr>
              <a:defRPr sz="1600">
                <a:solidFill>
                  <a:schemeClr val="tx1">
                    <a:lumMod val="85000"/>
                    <a:lumOff val="1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2025/8/25</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微软雅黑" panose="020B0503020204020204" charset="-122"/>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2025/8/25</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2025/8/25</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2025/8/25</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2025/8/25</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a:solidFill>
                  <a:schemeClr val="tx1">
                    <a:lumMod val="85000"/>
                    <a:lumOff val="15000"/>
                  </a:schemeClr>
                </a:solidFill>
                <a:latin typeface="微软雅黑" panose="020B0503020204020204" charset="-122"/>
                <a:ea typeface="微软雅黑" panose="020B0503020204020204" charset="-122"/>
              </a:defRPr>
            </a:lvl1pPr>
            <a:lvl2pPr indent="0" eaLnBrk="1" fontAlgn="auto" latinLnBrk="0" hangingPunct="1">
              <a:defRPr>
                <a:solidFill>
                  <a:schemeClr val="tx1">
                    <a:lumMod val="85000"/>
                    <a:lumOff val="15000"/>
                  </a:schemeClr>
                </a:solidFill>
                <a:latin typeface="微软雅黑" panose="020B0503020204020204" charset="-122"/>
                <a:ea typeface="微软雅黑" panose="020B0503020204020204" charset="-122"/>
              </a:defRPr>
            </a:lvl2pPr>
            <a:lvl3pPr indent="0" eaLnBrk="1" fontAlgn="auto" latinLnBrk="0" hangingPunct="1">
              <a:defRPr>
                <a:solidFill>
                  <a:schemeClr val="tx1">
                    <a:lumMod val="85000"/>
                    <a:lumOff val="15000"/>
                  </a:schemeClr>
                </a:solidFill>
                <a:latin typeface="微软雅黑" panose="020B0503020204020204" charset="-122"/>
                <a:ea typeface="微软雅黑" panose="020B0503020204020204" charset="-122"/>
              </a:defRPr>
            </a:lvl3pPr>
            <a:lvl4pPr indent="0" eaLnBrk="1" fontAlgn="auto" latinLnBrk="0" hangingPunct="1">
              <a:defRPr>
                <a:solidFill>
                  <a:schemeClr val="tx1">
                    <a:lumMod val="85000"/>
                    <a:lumOff val="15000"/>
                  </a:schemeClr>
                </a:solidFill>
                <a:latin typeface="微软雅黑" panose="020B0503020204020204" charset="-122"/>
                <a:ea typeface="微软雅黑" panose="020B0503020204020204" charset="-122"/>
              </a:defRPr>
            </a:lvl4pPr>
            <a:lvl5pPr indent="0" eaLnBrk="1" fontAlgn="auto" latinLnBrk="0" hangingPunct="1">
              <a:defRPr>
                <a:solidFill>
                  <a:schemeClr val="tx1">
                    <a:lumMod val="85000"/>
                    <a:lumOff val="1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2025/8/25</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2025/8/25</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80" name="任意多边形: 形状 79"/>
          <p:cNvSpPr/>
          <p:nvPr>
            <p:custDataLst>
              <p:tags r:id="rId1"/>
            </p:custDataLst>
          </p:nvPr>
        </p:nvSpPr>
        <p:spPr>
          <a:xfrm rot="900000" flipH="1">
            <a:off x="11286332" y="2225910"/>
            <a:ext cx="1495854" cy="4363676"/>
          </a:xfrm>
          <a:custGeom>
            <a:avLst/>
            <a:gdLst>
              <a:gd name="connsiteX0" fmla="*/ 1169244 w 1495854"/>
              <a:gd name="connsiteY0" fmla="*/ 0 h 4363676"/>
              <a:gd name="connsiteX1" fmla="*/ 0 w 1495854"/>
              <a:gd name="connsiteY1" fmla="*/ 4363676 h 4363676"/>
              <a:gd name="connsiteX2" fmla="*/ 226213 w 1495854"/>
              <a:gd name="connsiteY2" fmla="*/ 4208094 h 4363676"/>
              <a:gd name="connsiteX3" fmla="*/ 1495854 w 1495854"/>
              <a:gd name="connsiteY3" fmla="*/ 1504729 h 4363676"/>
              <a:gd name="connsiteX4" fmla="*/ 1269551 w 1495854"/>
              <a:gd name="connsiteY4" fmla="*/ 235733 h 4363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5854" h="4363676">
                <a:moveTo>
                  <a:pt x="1169244" y="0"/>
                </a:moveTo>
                <a:lnTo>
                  <a:pt x="0" y="4363676"/>
                </a:lnTo>
                <a:lnTo>
                  <a:pt x="226213" y="4208094"/>
                </a:lnTo>
                <a:cubicBezTo>
                  <a:pt x="992223" y="3622221"/>
                  <a:pt x="1495854" y="2630060"/>
                  <a:pt x="1495854" y="1504729"/>
                </a:cubicBezTo>
                <a:cubicBezTo>
                  <a:pt x="1495854" y="1054597"/>
                  <a:pt x="1415273" y="625772"/>
                  <a:pt x="1269551" y="235733"/>
                </a:cubicBez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8" name="任意多边形: 形状 77"/>
          <p:cNvSpPr/>
          <p:nvPr>
            <p:custDataLst>
              <p:tags r:id="rId2"/>
            </p:custDataLst>
          </p:nvPr>
        </p:nvSpPr>
        <p:spPr>
          <a:xfrm rot="900000" flipH="1">
            <a:off x="11173041" y="1996963"/>
            <a:ext cx="1643340" cy="4608499"/>
          </a:xfrm>
          <a:custGeom>
            <a:avLst/>
            <a:gdLst>
              <a:gd name="connsiteX0" fmla="*/ 1234844 w 1643340"/>
              <a:gd name="connsiteY0" fmla="*/ 0 h 4608499"/>
              <a:gd name="connsiteX1" fmla="*/ 0 w 1643340"/>
              <a:gd name="connsiteY1" fmla="*/ 4608499 h 4608499"/>
              <a:gd name="connsiteX2" fmla="*/ 136265 w 1643340"/>
              <a:gd name="connsiteY2" fmla="*/ 4534185 h 4608499"/>
              <a:gd name="connsiteX3" fmla="*/ 1643340 w 1643340"/>
              <a:gd name="connsiteY3" fmla="*/ 1667521 h 4608499"/>
              <a:gd name="connsiteX4" fmla="*/ 1295773 w 1643340"/>
              <a:gd name="connsiteY4" fmla="*/ 113542 h 4608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43340" h="4608499">
                <a:moveTo>
                  <a:pt x="1234844" y="0"/>
                </a:moveTo>
                <a:lnTo>
                  <a:pt x="0" y="4608499"/>
                </a:lnTo>
                <a:lnTo>
                  <a:pt x="136265" y="4534185"/>
                </a:lnTo>
                <a:cubicBezTo>
                  <a:pt x="1033947" y="3982114"/>
                  <a:pt x="1643339" y="2905385"/>
                  <a:pt x="1643340" y="1667521"/>
                </a:cubicBezTo>
                <a:cubicBezTo>
                  <a:pt x="1643339" y="1104856"/>
                  <a:pt x="1517432" y="575483"/>
                  <a:pt x="1295773" y="113542"/>
                </a:cubicBez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6" name="任意多边形: 形状 75"/>
          <p:cNvSpPr/>
          <p:nvPr>
            <p:custDataLst>
              <p:tags r:id="rId3"/>
            </p:custDataLst>
          </p:nvPr>
        </p:nvSpPr>
        <p:spPr>
          <a:xfrm rot="900000" flipH="1">
            <a:off x="11059731" y="1774683"/>
            <a:ext cx="1789079" cy="4839906"/>
          </a:xfrm>
          <a:custGeom>
            <a:avLst/>
            <a:gdLst>
              <a:gd name="connsiteX0" fmla="*/ 1296849 w 1789079"/>
              <a:gd name="connsiteY0" fmla="*/ 0 h 4839906"/>
              <a:gd name="connsiteX1" fmla="*/ 0 w 1789079"/>
              <a:gd name="connsiteY1" fmla="*/ 4839906 h 4839906"/>
              <a:gd name="connsiteX2" fmla="*/ 30275 w 1789079"/>
              <a:gd name="connsiteY2" fmla="*/ 4827361 h 4839906"/>
              <a:gd name="connsiteX3" fmla="*/ 1789079 w 1789079"/>
              <a:gd name="connsiteY3" fmla="*/ 1823413 h 4839906"/>
              <a:gd name="connsiteX4" fmla="*/ 1297268 w 1789079"/>
              <a:gd name="connsiteY4" fmla="*/ 634 h 4839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9079" h="4839906">
                <a:moveTo>
                  <a:pt x="1296849" y="0"/>
                </a:moveTo>
                <a:lnTo>
                  <a:pt x="0" y="4839906"/>
                </a:lnTo>
                <a:lnTo>
                  <a:pt x="30275" y="4827361"/>
                </a:lnTo>
                <a:cubicBezTo>
                  <a:pt x="1063850" y="4332444"/>
                  <a:pt x="1789079" y="3173810"/>
                  <a:pt x="1789079" y="1823413"/>
                </a:cubicBezTo>
                <a:cubicBezTo>
                  <a:pt x="1789079" y="1148215"/>
                  <a:pt x="1607771" y="520957"/>
                  <a:pt x="1297268" y="634"/>
                </a:cubicBez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4" name="任意多边形: 形状 73"/>
          <p:cNvSpPr/>
          <p:nvPr>
            <p:custDataLst>
              <p:tags r:id="rId4"/>
            </p:custDataLst>
          </p:nvPr>
        </p:nvSpPr>
        <p:spPr>
          <a:xfrm rot="900000" flipH="1">
            <a:off x="10946020" y="1572468"/>
            <a:ext cx="1930259" cy="5033578"/>
          </a:xfrm>
          <a:custGeom>
            <a:avLst/>
            <a:gdLst>
              <a:gd name="connsiteX0" fmla="*/ 1348743 w 1930259"/>
              <a:gd name="connsiteY0" fmla="*/ 0 h 5033578"/>
              <a:gd name="connsiteX1" fmla="*/ 0 w 1930259"/>
              <a:gd name="connsiteY1" fmla="*/ 5033578 h 5033578"/>
              <a:gd name="connsiteX2" fmla="*/ 171456 w 1930259"/>
              <a:gd name="connsiteY2" fmla="*/ 4962535 h 5033578"/>
              <a:gd name="connsiteX3" fmla="*/ 1930259 w 1930259"/>
              <a:gd name="connsiteY3" fmla="*/ 1958587 h 5033578"/>
              <a:gd name="connsiteX4" fmla="*/ 1438448 w 1930259"/>
              <a:gd name="connsiteY4" fmla="*/ 135808 h 5033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259" h="5033578">
                <a:moveTo>
                  <a:pt x="1348743" y="0"/>
                </a:moveTo>
                <a:lnTo>
                  <a:pt x="0" y="5033578"/>
                </a:lnTo>
                <a:lnTo>
                  <a:pt x="171456" y="4962535"/>
                </a:lnTo>
                <a:cubicBezTo>
                  <a:pt x="1205030" y="4467618"/>
                  <a:pt x="1930259" y="3308984"/>
                  <a:pt x="1930259" y="1958587"/>
                </a:cubicBezTo>
                <a:cubicBezTo>
                  <a:pt x="1930259" y="1283389"/>
                  <a:pt x="1748951" y="656131"/>
                  <a:pt x="1438448" y="135808"/>
                </a:cubicBez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8" name="任意多边形: 形状 67"/>
          <p:cNvSpPr/>
          <p:nvPr>
            <p:custDataLst>
              <p:tags r:id="rId5"/>
            </p:custDataLst>
          </p:nvPr>
        </p:nvSpPr>
        <p:spPr>
          <a:xfrm rot="900000" flipH="1">
            <a:off x="10832824" y="1372754"/>
            <a:ext cx="2069718" cy="5218167"/>
          </a:xfrm>
          <a:custGeom>
            <a:avLst/>
            <a:gdLst>
              <a:gd name="connsiteX0" fmla="*/ 1398204 w 2069718"/>
              <a:gd name="connsiteY0" fmla="*/ 0 h 5218167"/>
              <a:gd name="connsiteX1" fmla="*/ 0 w 2069718"/>
              <a:gd name="connsiteY1" fmla="*/ 5218167 h 5218167"/>
              <a:gd name="connsiteX2" fmla="*/ 46338 w 2069718"/>
              <a:gd name="connsiteY2" fmla="*/ 5204678 h 5218167"/>
              <a:gd name="connsiteX3" fmla="*/ 2069718 w 2069718"/>
              <a:gd name="connsiteY3" fmla="*/ 2091102 h 5218167"/>
              <a:gd name="connsiteX4" fmla="*/ 1412130 w 2069718"/>
              <a:gd name="connsiteY4" fmla="*/ 17346 h 5218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9718" h="5218167">
                <a:moveTo>
                  <a:pt x="1398204" y="0"/>
                </a:moveTo>
                <a:lnTo>
                  <a:pt x="0" y="5218167"/>
                </a:lnTo>
                <a:lnTo>
                  <a:pt x="46338" y="5204678"/>
                </a:lnTo>
                <a:cubicBezTo>
                  <a:pt x="1218582" y="4791906"/>
                  <a:pt x="2069718" y="3554032"/>
                  <a:pt x="2069718" y="2091102"/>
                </a:cubicBezTo>
                <a:cubicBezTo>
                  <a:pt x="2069718" y="1303371"/>
                  <a:pt x="1822939" y="580892"/>
                  <a:pt x="1412130" y="17346"/>
                </a:cubicBez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6" name="任意多边形: 形状 65"/>
          <p:cNvSpPr/>
          <p:nvPr>
            <p:custDataLst>
              <p:tags r:id="rId6"/>
            </p:custDataLst>
          </p:nvPr>
        </p:nvSpPr>
        <p:spPr>
          <a:xfrm rot="900000" flipH="1">
            <a:off x="10719316" y="1187861"/>
            <a:ext cx="2205842" cy="5375005"/>
          </a:xfrm>
          <a:custGeom>
            <a:avLst/>
            <a:gdLst>
              <a:gd name="connsiteX0" fmla="*/ 1440228 w 2205842"/>
              <a:gd name="connsiteY0" fmla="*/ 0 h 5375005"/>
              <a:gd name="connsiteX1" fmla="*/ 0 w 2205842"/>
              <a:gd name="connsiteY1" fmla="*/ 5375005 h 5375005"/>
              <a:gd name="connsiteX2" fmla="*/ 182462 w 2205842"/>
              <a:gd name="connsiteY2" fmla="*/ 5321891 h 5375005"/>
              <a:gd name="connsiteX3" fmla="*/ 2205842 w 2205842"/>
              <a:gd name="connsiteY3" fmla="*/ 2208315 h 5375005"/>
              <a:gd name="connsiteX4" fmla="*/ 1548254 w 2205842"/>
              <a:gd name="connsiteY4" fmla="*/ 134559 h 5375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5842" h="5375005">
                <a:moveTo>
                  <a:pt x="1440228" y="0"/>
                </a:moveTo>
                <a:lnTo>
                  <a:pt x="0" y="5375005"/>
                </a:lnTo>
                <a:lnTo>
                  <a:pt x="182462" y="5321891"/>
                </a:lnTo>
                <a:cubicBezTo>
                  <a:pt x="1354706" y="4909119"/>
                  <a:pt x="2205842" y="3671245"/>
                  <a:pt x="2205842" y="2208315"/>
                </a:cubicBezTo>
                <a:cubicBezTo>
                  <a:pt x="2205842" y="1420584"/>
                  <a:pt x="1959063" y="698105"/>
                  <a:pt x="1548254" y="134559"/>
                </a:cubicBez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2" name="任意多边形: 形状 61"/>
          <p:cNvSpPr/>
          <p:nvPr>
            <p:custDataLst>
              <p:tags r:id="rId7"/>
            </p:custDataLst>
          </p:nvPr>
        </p:nvSpPr>
        <p:spPr>
          <a:xfrm rot="900000" flipH="1">
            <a:off x="10606159" y="1005591"/>
            <a:ext cx="2340548" cy="5523793"/>
          </a:xfrm>
          <a:custGeom>
            <a:avLst/>
            <a:gdLst>
              <a:gd name="connsiteX0" fmla="*/ 1480096 w 2340548"/>
              <a:gd name="connsiteY0" fmla="*/ 0 h 5523793"/>
              <a:gd name="connsiteX1" fmla="*/ 0 w 2340548"/>
              <a:gd name="connsiteY1" fmla="*/ 5523793 h 5523793"/>
              <a:gd name="connsiteX2" fmla="*/ 41192 w 2340548"/>
              <a:gd name="connsiteY2" fmla="*/ 5516676 h 5523793"/>
              <a:gd name="connsiteX3" fmla="*/ 2340548 w 2340548"/>
              <a:gd name="connsiteY3" fmla="*/ 2322765 h 5523793"/>
              <a:gd name="connsiteX4" fmla="*/ 1497097 w 2340548"/>
              <a:gd name="connsiteY4" fmla="*/ 17494 h 5523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40548" h="5523793">
                <a:moveTo>
                  <a:pt x="1480096" y="0"/>
                </a:moveTo>
                <a:lnTo>
                  <a:pt x="0" y="5523793"/>
                </a:lnTo>
                <a:lnTo>
                  <a:pt x="41192" y="5516676"/>
                </a:lnTo>
                <a:cubicBezTo>
                  <a:pt x="1353432" y="5212680"/>
                  <a:pt x="2340548" y="3898228"/>
                  <a:pt x="2340548" y="2322765"/>
                </a:cubicBezTo>
                <a:cubicBezTo>
                  <a:pt x="2340548" y="1422501"/>
                  <a:pt x="2018225" y="607464"/>
                  <a:pt x="1497097" y="17494"/>
                </a:cubicBez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4" name="任意多边形: 形状 63"/>
          <p:cNvSpPr/>
          <p:nvPr>
            <p:custDataLst>
              <p:tags r:id="rId8"/>
            </p:custDataLst>
          </p:nvPr>
        </p:nvSpPr>
        <p:spPr>
          <a:xfrm rot="900000" flipH="1">
            <a:off x="10492845" y="836114"/>
            <a:ext cx="2472146" cy="5647758"/>
          </a:xfrm>
          <a:custGeom>
            <a:avLst/>
            <a:gdLst>
              <a:gd name="connsiteX0" fmla="*/ 1513312 w 2472146"/>
              <a:gd name="connsiteY0" fmla="*/ 0 h 5647758"/>
              <a:gd name="connsiteX1" fmla="*/ 0 w 2472146"/>
              <a:gd name="connsiteY1" fmla="*/ 5647758 h 5647758"/>
              <a:gd name="connsiteX2" fmla="*/ 172790 w 2472146"/>
              <a:gd name="connsiteY2" fmla="*/ 5617903 h 5647758"/>
              <a:gd name="connsiteX3" fmla="*/ 2472146 w 2472146"/>
              <a:gd name="connsiteY3" fmla="*/ 2423992 h 5647758"/>
              <a:gd name="connsiteX4" fmla="*/ 1628695 w 2472146"/>
              <a:gd name="connsiteY4" fmla="*/ 118721 h 5647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2146" h="5647758">
                <a:moveTo>
                  <a:pt x="1513312" y="0"/>
                </a:moveTo>
                <a:lnTo>
                  <a:pt x="0" y="5647758"/>
                </a:lnTo>
                <a:lnTo>
                  <a:pt x="172790" y="5617903"/>
                </a:lnTo>
                <a:cubicBezTo>
                  <a:pt x="1485030" y="5313907"/>
                  <a:pt x="2472145" y="3999455"/>
                  <a:pt x="2472146" y="2423992"/>
                </a:cubicBezTo>
                <a:cubicBezTo>
                  <a:pt x="2472146" y="1523728"/>
                  <a:pt x="2149823" y="708691"/>
                  <a:pt x="1628695" y="118721"/>
                </a:cubicBez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0" name="任意多边形: 形状 59"/>
          <p:cNvSpPr/>
          <p:nvPr>
            <p:custDataLst>
              <p:tags r:id="rId9"/>
            </p:custDataLst>
          </p:nvPr>
        </p:nvSpPr>
        <p:spPr>
          <a:xfrm rot="900000" flipH="1">
            <a:off x="10379644" y="667952"/>
            <a:ext cx="2603164" cy="5768179"/>
          </a:xfrm>
          <a:custGeom>
            <a:avLst/>
            <a:gdLst>
              <a:gd name="connsiteX0" fmla="*/ 1545579 w 2603164"/>
              <a:gd name="connsiteY0" fmla="*/ 0 h 5768179"/>
              <a:gd name="connsiteX1" fmla="*/ 0 w 2603164"/>
              <a:gd name="connsiteY1" fmla="*/ 5768179 h 5768179"/>
              <a:gd name="connsiteX2" fmla="*/ 17878 w 2603164"/>
              <a:gd name="connsiteY2" fmla="*/ 5767157 h 5768179"/>
              <a:gd name="connsiteX3" fmla="*/ 2603164 w 2603164"/>
              <a:gd name="connsiteY3" fmla="*/ 2523843 h 5768179"/>
              <a:gd name="connsiteX4" fmla="*/ 1555214 w 2603164"/>
              <a:gd name="connsiteY4" fmla="*/ 8156 h 5768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03164" h="5768179">
                <a:moveTo>
                  <a:pt x="1545579" y="0"/>
                </a:moveTo>
                <a:lnTo>
                  <a:pt x="0" y="5768179"/>
                </a:lnTo>
                <a:lnTo>
                  <a:pt x="17878" y="5767157"/>
                </a:lnTo>
                <a:cubicBezTo>
                  <a:pt x="1469995" y="5600205"/>
                  <a:pt x="2603163" y="4211839"/>
                  <a:pt x="2603164" y="2523843"/>
                </a:cubicBezTo>
                <a:cubicBezTo>
                  <a:pt x="2603164" y="1511046"/>
                  <a:pt x="2195223" y="606115"/>
                  <a:pt x="1555214" y="8156"/>
                </a:cubicBez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8" name="任意多边形: 形状 57"/>
          <p:cNvSpPr/>
          <p:nvPr>
            <p:custDataLst>
              <p:tags r:id="rId10"/>
            </p:custDataLst>
          </p:nvPr>
        </p:nvSpPr>
        <p:spPr>
          <a:xfrm rot="900000" flipH="1">
            <a:off x="10266508" y="512576"/>
            <a:ext cx="2730622" cy="5862070"/>
          </a:xfrm>
          <a:custGeom>
            <a:avLst/>
            <a:gdLst>
              <a:gd name="connsiteX0" fmla="*/ 1570737 w 2730622"/>
              <a:gd name="connsiteY0" fmla="*/ 0 h 5862070"/>
              <a:gd name="connsiteX1" fmla="*/ 0 w 2730622"/>
              <a:gd name="connsiteY1" fmla="*/ 5862070 h 5862070"/>
              <a:gd name="connsiteX2" fmla="*/ 145337 w 2730622"/>
              <a:gd name="connsiteY2" fmla="*/ 5853761 h 5862070"/>
              <a:gd name="connsiteX3" fmla="*/ 2730622 w 2730622"/>
              <a:gd name="connsiteY3" fmla="*/ 2610447 h 5862070"/>
              <a:gd name="connsiteX4" fmla="*/ 1682672 w 2730622"/>
              <a:gd name="connsiteY4" fmla="*/ 94760 h 58620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0622" h="5862070">
                <a:moveTo>
                  <a:pt x="1570737" y="0"/>
                </a:moveTo>
                <a:lnTo>
                  <a:pt x="0" y="5862070"/>
                </a:lnTo>
                <a:lnTo>
                  <a:pt x="145337" y="5853761"/>
                </a:lnTo>
                <a:cubicBezTo>
                  <a:pt x="1597453" y="5686809"/>
                  <a:pt x="2730621" y="4298443"/>
                  <a:pt x="2730622" y="2610447"/>
                </a:cubicBezTo>
                <a:cubicBezTo>
                  <a:pt x="2730622" y="1597650"/>
                  <a:pt x="2322681" y="692719"/>
                  <a:pt x="1682672" y="94760"/>
                </a:cubicBez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6" name="任意多边形: 形状 55"/>
          <p:cNvSpPr/>
          <p:nvPr>
            <p:custDataLst>
              <p:tags r:id="rId11"/>
            </p:custDataLst>
          </p:nvPr>
        </p:nvSpPr>
        <p:spPr>
          <a:xfrm rot="900000" flipH="1">
            <a:off x="10153372" y="357199"/>
            <a:ext cx="2858079" cy="5955961"/>
          </a:xfrm>
          <a:custGeom>
            <a:avLst/>
            <a:gdLst>
              <a:gd name="connsiteX0" fmla="*/ 1595894 w 2858079"/>
              <a:gd name="connsiteY0" fmla="*/ 0 h 5955961"/>
              <a:gd name="connsiteX1" fmla="*/ 0 w 2858079"/>
              <a:gd name="connsiteY1" fmla="*/ 5955961 h 5955961"/>
              <a:gd name="connsiteX2" fmla="*/ 272793 w 2858079"/>
              <a:gd name="connsiteY2" fmla="*/ 5940366 h 5955961"/>
              <a:gd name="connsiteX3" fmla="*/ 2858079 w 2858079"/>
              <a:gd name="connsiteY3" fmla="*/ 2697052 h 5955961"/>
              <a:gd name="connsiteX4" fmla="*/ 1810128 w 2858079"/>
              <a:gd name="connsiteY4" fmla="*/ 181365 h 59559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8079" h="5955961">
                <a:moveTo>
                  <a:pt x="1595894" y="0"/>
                </a:moveTo>
                <a:lnTo>
                  <a:pt x="0" y="5955961"/>
                </a:lnTo>
                <a:lnTo>
                  <a:pt x="272793" y="5940366"/>
                </a:lnTo>
                <a:cubicBezTo>
                  <a:pt x="1724910" y="5773414"/>
                  <a:pt x="2858078" y="4385048"/>
                  <a:pt x="2858079" y="2697052"/>
                </a:cubicBezTo>
                <a:cubicBezTo>
                  <a:pt x="2858079" y="1684255"/>
                  <a:pt x="2450138" y="779324"/>
                  <a:pt x="1810128" y="181365"/>
                </a:cubicBez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4" name="任意多边形: 形状 53"/>
          <p:cNvSpPr/>
          <p:nvPr>
            <p:custDataLst>
              <p:tags r:id="rId12"/>
            </p:custDataLst>
          </p:nvPr>
        </p:nvSpPr>
        <p:spPr>
          <a:xfrm rot="900000" flipH="1">
            <a:off x="10039413" y="214114"/>
            <a:ext cx="2983124" cy="6031085"/>
          </a:xfrm>
          <a:custGeom>
            <a:avLst/>
            <a:gdLst>
              <a:gd name="connsiteX0" fmla="*/ 1615231 w 2983124"/>
              <a:gd name="connsiteY0" fmla="*/ 0 h 6031085"/>
              <a:gd name="connsiteX1" fmla="*/ 0 w 2983124"/>
              <a:gd name="connsiteY1" fmla="*/ 6028125 h 6031085"/>
              <a:gd name="connsiteX2" fmla="*/ 103404 w 2983124"/>
              <a:gd name="connsiteY2" fmla="*/ 6031085 h 6031085"/>
              <a:gd name="connsiteX3" fmla="*/ 2983124 w 2983124"/>
              <a:gd name="connsiteY3" fmla="*/ 2770939 h 6031085"/>
              <a:gd name="connsiteX4" fmla="*/ 1713482 w 2983124"/>
              <a:gd name="connsiteY4" fmla="*/ 67575 h 6031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3124" h="6031085">
                <a:moveTo>
                  <a:pt x="1615231" y="0"/>
                </a:moveTo>
                <a:lnTo>
                  <a:pt x="0" y="6028125"/>
                </a:lnTo>
                <a:lnTo>
                  <a:pt x="103404" y="6031085"/>
                </a:lnTo>
                <a:cubicBezTo>
                  <a:pt x="1693829" y="6031085"/>
                  <a:pt x="2983124" y="4571468"/>
                  <a:pt x="2983124" y="2770939"/>
                </a:cubicBezTo>
                <a:cubicBezTo>
                  <a:pt x="2983124" y="1645609"/>
                  <a:pt x="2479494" y="653447"/>
                  <a:pt x="1713482" y="67575"/>
                </a:cubicBez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2" name="任意多边形: 形状 51"/>
          <p:cNvSpPr/>
          <p:nvPr>
            <p:custDataLst>
              <p:tags r:id="rId13"/>
            </p:custDataLst>
          </p:nvPr>
        </p:nvSpPr>
        <p:spPr>
          <a:xfrm rot="900000" flipH="1">
            <a:off x="9925514" y="71815"/>
            <a:ext cx="3106474" cy="6103972"/>
          </a:xfrm>
          <a:custGeom>
            <a:avLst/>
            <a:gdLst>
              <a:gd name="connsiteX0" fmla="*/ 1632605 w 3106474"/>
              <a:gd name="connsiteY0" fmla="*/ 0 h 6103972"/>
              <a:gd name="connsiteX1" fmla="*/ 0 w 3106474"/>
              <a:gd name="connsiteY1" fmla="*/ 6092967 h 6103972"/>
              <a:gd name="connsiteX2" fmla="*/ 78563 w 3106474"/>
              <a:gd name="connsiteY2" fmla="*/ 6099730 h 6103972"/>
              <a:gd name="connsiteX3" fmla="*/ 226754 w 3106474"/>
              <a:gd name="connsiteY3" fmla="*/ 6103972 h 6103972"/>
              <a:gd name="connsiteX4" fmla="*/ 3106474 w 3106474"/>
              <a:gd name="connsiteY4" fmla="*/ 2843826 h 6103972"/>
              <a:gd name="connsiteX5" fmla="*/ 1836832 w 3106474"/>
              <a:gd name="connsiteY5" fmla="*/ 140462 h 6103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06474" h="6103972">
                <a:moveTo>
                  <a:pt x="1632605" y="0"/>
                </a:moveTo>
                <a:lnTo>
                  <a:pt x="0" y="6092967"/>
                </a:lnTo>
                <a:lnTo>
                  <a:pt x="78563" y="6099730"/>
                </a:lnTo>
                <a:cubicBezTo>
                  <a:pt x="127646" y="6102546"/>
                  <a:pt x="177054" y="6103972"/>
                  <a:pt x="226754" y="6103972"/>
                </a:cubicBezTo>
                <a:cubicBezTo>
                  <a:pt x="1817179" y="6103972"/>
                  <a:pt x="3106474" y="4644355"/>
                  <a:pt x="3106474" y="2843826"/>
                </a:cubicBezTo>
                <a:cubicBezTo>
                  <a:pt x="3106474" y="1718496"/>
                  <a:pt x="2602843" y="726334"/>
                  <a:pt x="1836832" y="140462"/>
                </a:cubicBez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9" name="任意多边形: 形状 88"/>
          <p:cNvSpPr/>
          <p:nvPr>
            <p:custDataLst>
              <p:tags r:id="rId14"/>
            </p:custDataLst>
          </p:nvPr>
        </p:nvSpPr>
        <p:spPr>
          <a:xfrm rot="900000" flipH="1">
            <a:off x="9810472" y="-61790"/>
            <a:ext cx="3228331" cy="6167817"/>
          </a:xfrm>
          <a:custGeom>
            <a:avLst/>
            <a:gdLst>
              <a:gd name="connsiteX0" fmla="*/ 1646063 w 3228331"/>
              <a:gd name="connsiteY0" fmla="*/ 0 h 6167817"/>
              <a:gd name="connsiteX1" fmla="*/ 0 w 3228331"/>
              <a:gd name="connsiteY1" fmla="*/ 6143192 h 6167817"/>
              <a:gd name="connsiteX2" fmla="*/ 54177 w 3228331"/>
              <a:gd name="connsiteY2" fmla="*/ 6150985 h 6167817"/>
              <a:gd name="connsiteX3" fmla="*/ 348611 w 3228331"/>
              <a:gd name="connsiteY3" fmla="*/ 6167817 h 6167817"/>
              <a:gd name="connsiteX4" fmla="*/ 3228331 w 3228331"/>
              <a:gd name="connsiteY4" fmla="*/ 2907671 h 6167817"/>
              <a:gd name="connsiteX5" fmla="*/ 1721256 w 3228331"/>
              <a:gd name="connsiteY5" fmla="*/ 41007 h 6167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28331" h="6167817">
                <a:moveTo>
                  <a:pt x="1646063" y="0"/>
                </a:moveTo>
                <a:lnTo>
                  <a:pt x="0" y="6143192"/>
                </a:lnTo>
                <a:lnTo>
                  <a:pt x="54177" y="6150985"/>
                </a:lnTo>
                <a:cubicBezTo>
                  <a:pt x="150984" y="6162115"/>
                  <a:pt x="249209" y="6167817"/>
                  <a:pt x="348611" y="6167817"/>
                </a:cubicBezTo>
                <a:cubicBezTo>
                  <a:pt x="1939036" y="6167817"/>
                  <a:pt x="3228331" y="4708200"/>
                  <a:pt x="3228331" y="2907671"/>
                </a:cubicBezTo>
                <a:cubicBezTo>
                  <a:pt x="3228331" y="1669807"/>
                  <a:pt x="2618938" y="593078"/>
                  <a:pt x="1721256" y="41007"/>
                </a:cubicBez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7" name="任意多边形: 形状 86"/>
          <p:cNvSpPr/>
          <p:nvPr>
            <p:custDataLst>
              <p:tags r:id="rId15"/>
            </p:custDataLst>
          </p:nvPr>
        </p:nvSpPr>
        <p:spPr>
          <a:xfrm rot="900000" flipH="1">
            <a:off x="9684804" y="-114694"/>
            <a:ext cx="3348720" cy="6149369"/>
          </a:xfrm>
          <a:custGeom>
            <a:avLst/>
            <a:gdLst>
              <a:gd name="connsiteX0" fmla="*/ 1636003 w 3348720"/>
              <a:gd name="connsiteY0" fmla="*/ 0 h 6149369"/>
              <a:gd name="connsiteX1" fmla="*/ 0 w 3348720"/>
              <a:gd name="connsiteY1" fmla="*/ 6105649 h 6149369"/>
              <a:gd name="connsiteX2" fmla="*/ 30447 w 3348720"/>
              <a:gd name="connsiteY2" fmla="*/ 6111805 h 6149369"/>
              <a:gd name="connsiteX3" fmla="*/ 469000 w 3348720"/>
              <a:gd name="connsiteY3" fmla="*/ 6149369 h 6149369"/>
              <a:gd name="connsiteX4" fmla="*/ 3348720 w 3348720"/>
              <a:gd name="connsiteY4" fmla="*/ 2889223 h 6149369"/>
              <a:gd name="connsiteX5" fmla="*/ 2079078 w 3348720"/>
              <a:gd name="connsiteY5" fmla="*/ 185859 h 6149369"/>
              <a:gd name="connsiteX6" fmla="*/ 1919161 w 3348720"/>
              <a:gd name="connsiteY6" fmla="*/ 75872 h 6149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48720" h="6149369">
                <a:moveTo>
                  <a:pt x="1636003" y="0"/>
                </a:moveTo>
                <a:lnTo>
                  <a:pt x="0" y="6105649"/>
                </a:lnTo>
                <a:lnTo>
                  <a:pt x="30447" y="6111805"/>
                </a:lnTo>
                <a:cubicBezTo>
                  <a:pt x="173441" y="6136540"/>
                  <a:pt x="319898" y="6149369"/>
                  <a:pt x="469000" y="6149369"/>
                </a:cubicBezTo>
                <a:cubicBezTo>
                  <a:pt x="2059425" y="6149369"/>
                  <a:pt x="3348720" y="4689752"/>
                  <a:pt x="3348720" y="2889223"/>
                </a:cubicBezTo>
                <a:cubicBezTo>
                  <a:pt x="3348720" y="1763892"/>
                  <a:pt x="2845090" y="771731"/>
                  <a:pt x="2079078" y="185859"/>
                </a:cubicBezTo>
                <a:lnTo>
                  <a:pt x="1919161" y="75872"/>
                </a:ln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5" name="任意多边形: 形状 84"/>
          <p:cNvSpPr/>
          <p:nvPr>
            <p:custDataLst>
              <p:tags r:id="rId16"/>
            </p:custDataLst>
          </p:nvPr>
        </p:nvSpPr>
        <p:spPr>
          <a:xfrm rot="900000" flipH="1">
            <a:off x="9554782" y="-134522"/>
            <a:ext cx="3467662" cy="6097080"/>
          </a:xfrm>
          <a:custGeom>
            <a:avLst/>
            <a:gdLst>
              <a:gd name="connsiteX0" fmla="*/ 1615430 w 3467662"/>
              <a:gd name="connsiteY0" fmla="*/ 0 h 6097080"/>
              <a:gd name="connsiteX1" fmla="*/ 0 w 3467662"/>
              <a:gd name="connsiteY1" fmla="*/ 6028866 h 6097080"/>
              <a:gd name="connsiteX2" fmla="*/ 7578 w 3467662"/>
              <a:gd name="connsiteY2" fmla="*/ 6030846 h 6097080"/>
              <a:gd name="connsiteX3" fmla="*/ 587942 w 3467662"/>
              <a:gd name="connsiteY3" fmla="*/ 6097080 h 6097080"/>
              <a:gd name="connsiteX4" fmla="*/ 3467662 w 3467662"/>
              <a:gd name="connsiteY4" fmla="*/ 2836934 h 6097080"/>
              <a:gd name="connsiteX5" fmla="*/ 2419711 w 3467662"/>
              <a:gd name="connsiteY5" fmla="*/ 321247 h 6097080"/>
              <a:gd name="connsiteX6" fmla="*/ 2236968 w 3467662"/>
              <a:gd name="connsiteY6" fmla="*/ 166541 h 6097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67662" h="6097080">
                <a:moveTo>
                  <a:pt x="1615430" y="0"/>
                </a:moveTo>
                <a:lnTo>
                  <a:pt x="0" y="6028866"/>
                </a:lnTo>
                <a:lnTo>
                  <a:pt x="7578" y="6030846"/>
                </a:lnTo>
                <a:cubicBezTo>
                  <a:pt x="195041" y="6074274"/>
                  <a:pt x="389139" y="6097080"/>
                  <a:pt x="587942" y="6097080"/>
                </a:cubicBezTo>
                <a:cubicBezTo>
                  <a:pt x="2178367" y="6097080"/>
                  <a:pt x="3467662" y="4637463"/>
                  <a:pt x="3467662" y="2836934"/>
                </a:cubicBezTo>
                <a:cubicBezTo>
                  <a:pt x="3467662" y="1824137"/>
                  <a:pt x="3059721" y="919206"/>
                  <a:pt x="2419711" y="321247"/>
                </a:cubicBezTo>
                <a:lnTo>
                  <a:pt x="2236968" y="166541"/>
                </a:lnTo>
                <a:close/>
              </a:path>
            </a:pathLst>
          </a:custGeom>
          <a:noFill/>
          <a:ln>
            <a:solidFill>
              <a:schemeClr val="bg1">
                <a:lumMod val="85000"/>
                <a:alpha val="7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1" name="任意多边形: 形状 130"/>
          <p:cNvSpPr/>
          <p:nvPr>
            <p:custDataLst>
              <p:tags r:id="rId17"/>
            </p:custDataLst>
          </p:nvPr>
        </p:nvSpPr>
        <p:spPr>
          <a:xfrm rot="17640000" flipH="1">
            <a:off x="-2395738" y="1163889"/>
            <a:ext cx="6272491" cy="3876465"/>
          </a:xfrm>
          <a:custGeom>
            <a:avLst/>
            <a:gdLst>
              <a:gd name="connsiteX0" fmla="*/ 603508 w 6272491"/>
              <a:gd name="connsiteY0" fmla="*/ 0 h 3876465"/>
              <a:gd name="connsiteX1" fmla="*/ 0 w 6272491"/>
              <a:gd name="connsiteY1" fmla="*/ 1355501 h 3876465"/>
              <a:gd name="connsiteX2" fmla="*/ 112997 w 6272491"/>
              <a:gd name="connsiteY2" fmla="*/ 1664231 h 3876465"/>
              <a:gd name="connsiteX3" fmla="*/ 3450483 w 6272491"/>
              <a:gd name="connsiteY3" fmla="*/ 3876465 h 3876465"/>
              <a:gd name="connsiteX4" fmla="*/ 6245495 w 6272491"/>
              <a:gd name="connsiteY4" fmla="*/ 2558346 h 3876465"/>
              <a:gd name="connsiteX5" fmla="*/ 6272491 w 6272491"/>
              <a:gd name="connsiteY5" fmla="*/ 2523994 h 3876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72491" h="3876465">
                <a:moveTo>
                  <a:pt x="603508" y="0"/>
                </a:moveTo>
                <a:lnTo>
                  <a:pt x="0" y="1355501"/>
                </a:lnTo>
                <a:lnTo>
                  <a:pt x="112997" y="1664231"/>
                </a:lnTo>
                <a:cubicBezTo>
                  <a:pt x="662866" y="2964268"/>
                  <a:pt x="1950147" y="3876465"/>
                  <a:pt x="3450483" y="3876465"/>
                </a:cubicBezTo>
                <a:cubicBezTo>
                  <a:pt x="4575735" y="3876465"/>
                  <a:pt x="5581143" y="3363354"/>
                  <a:pt x="6245495" y="2558346"/>
                </a:cubicBezTo>
                <a:lnTo>
                  <a:pt x="6272491" y="2523994"/>
                </a:ln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3" name="任意多边形: 形状 132"/>
          <p:cNvSpPr/>
          <p:nvPr>
            <p:custDataLst>
              <p:tags r:id="rId18"/>
            </p:custDataLst>
          </p:nvPr>
        </p:nvSpPr>
        <p:spPr>
          <a:xfrm rot="17640000" flipH="1">
            <a:off x="-2449648" y="1272324"/>
            <a:ext cx="6250441" cy="3825167"/>
          </a:xfrm>
          <a:custGeom>
            <a:avLst/>
            <a:gdLst>
              <a:gd name="connsiteX0" fmla="*/ 0 w 6250441"/>
              <a:gd name="connsiteY0" fmla="*/ 1101554 h 3825167"/>
              <a:gd name="connsiteX1" fmla="*/ 45921 w 6250441"/>
              <a:gd name="connsiteY1" fmla="*/ 1280147 h 3825167"/>
              <a:gd name="connsiteX2" fmla="*/ 3505208 w 6250441"/>
              <a:gd name="connsiteY2" fmla="*/ 3825167 h 3825167"/>
              <a:gd name="connsiteX3" fmla="*/ 6186375 w 6250441"/>
              <a:gd name="connsiteY3" fmla="*/ 2638475 h 3825167"/>
              <a:gd name="connsiteX4" fmla="*/ 6250441 w 6250441"/>
              <a:gd name="connsiteY4" fmla="*/ 2564515 h 3825167"/>
              <a:gd name="connsiteX5" fmla="*/ 490444 w 6250441"/>
              <a:gd name="connsiteY5" fmla="*/ 0 h 382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50441" h="3825167">
                <a:moveTo>
                  <a:pt x="0" y="1101554"/>
                </a:moveTo>
                <a:lnTo>
                  <a:pt x="45921" y="1280147"/>
                </a:lnTo>
                <a:cubicBezTo>
                  <a:pt x="504524" y="2754603"/>
                  <a:pt x="1879844" y="3825167"/>
                  <a:pt x="3505208" y="3825167"/>
                </a:cubicBezTo>
                <a:cubicBezTo>
                  <a:pt x="4567946" y="3825167"/>
                  <a:pt x="5523787" y="3367485"/>
                  <a:pt x="6186375" y="2638475"/>
                </a:cubicBezTo>
                <a:lnTo>
                  <a:pt x="6250441" y="2564515"/>
                </a:lnTo>
                <a:lnTo>
                  <a:pt x="490444" y="0"/>
                </a:ln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5" name="任意多边形: 形状 134"/>
          <p:cNvSpPr/>
          <p:nvPr>
            <p:custDataLst>
              <p:tags r:id="rId19"/>
            </p:custDataLst>
          </p:nvPr>
        </p:nvSpPr>
        <p:spPr>
          <a:xfrm rot="17640000" flipH="1">
            <a:off x="-2500059" y="1381476"/>
            <a:ext cx="6220753" cy="3773869"/>
          </a:xfrm>
          <a:custGeom>
            <a:avLst/>
            <a:gdLst>
              <a:gd name="connsiteX0" fmla="*/ 0 w 6220753"/>
              <a:gd name="connsiteY0" fmla="*/ 837262 h 3773869"/>
              <a:gd name="connsiteX1" fmla="*/ 6786 w 6220753"/>
              <a:gd name="connsiteY1" fmla="*/ 881724 h 3773869"/>
              <a:gd name="connsiteX2" fmla="*/ 3555328 w 6220753"/>
              <a:gd name="connsiteY2" fmla="*/ 3773869 h 3773869"/>
              <a:gd name="connsiteX3" fmla="*/ 6116562 w 6220753"/>
              <a:gd name="connsiteY3" fmla="*/ 2712972 h 3773869"/>
              <a:gd name="connsiteX4" fmla="*/ 6220753 w 6220753"/>
              <a:gd name="connsiteY4" fmla="*/ 2603688 h 3773869"/>
              <a:gd name="connsiteX5" fmla="*/ 372773 w 6220753"/>
              <a:gd name="connsiteY5" fmla="*/ 0 h 3773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20753" h="3773869">
                <a:moveTo>
                  <a:pt x="0" y="837262"/>
                </a:moveTo>
                <a:lnTo>
                  <a:pt x="6786" y="881724"/>
                </a:lnTo>
                <a:cubicBezTo>
                  <a:pt x="344536" y="2532268"/>
                  <a:pt x="1804936" y="3773869"/>
                  <a:pt x="3555328" y="3773869"/>
                </a:cubicBezTo>
                <a:cubicBezTo>
                  <a:pt x="4555552" y="3773869"/>
                  <a:pt x="5461085" y="3368448"/>
                  <a:pt x="6116562" y="2712972"/>
                </a:cubicBezTo>
                <a:lnTo>
                  <a:pt x="6220753" y="2603688"/>
                </a:lnTo>
                <a:lnTo>
                  <a:pt x="372773" y="0"/>
                </a:ln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9" name="任意多边形: 形状 128"/>
          <p:cNvSpPr/>
          <p:nvPr>
            <p:custDataLst>
              <p:tags r:id="rId20"/>
            </p:custDataLst>
          </p:nvPr>
        </p:nvSpPr>
        <p:spPr>
          <a:xfrm rot="17640000" flipH="1">
            <a:off x="-2543395" y="1494553"/>
            <a:ext cx="6173421" cy="3722570"/>
          </a:xfrm>
          <a:custGeom>
            <a:avLst/>
            <a:gdLst>
              <a:gd name="connsiteX0" fmla="*/ 0 w 6173421"/>
              <a:gd name="connsiteY0" fmla="*/ 543508 h 3722570"/>
              <a:gd name="connsiteX1" fmla="*/ 43789 w 6173421"/>
              <a:gd name="connsiteY1" fmla="*/ 830425 h 3722570"/>
              <a:gd name="connsiteX2" fmla="*/ 3592331 w 6173421"/>
              <a:gd name="connsiteY2" fmla="*/ 3722570 h 3722570"/>
              <a:gd name="connsiteX3" fmla="*/ 6153565 w 6173421"/>
              <a:gd name="connsiteY3" fmla="*/ 2661673 h 3722570"/>
              <a:gd name="connsiteX4" fmla="*/ 6173421 w 6173421"/>
              <a:gd name="connsiteY4" fmla="*/ 2640845 h 3722570"/>
              <a:gd name="connsiteX5" fmla="*/ 241986 w 6173421"/>
              <a:gd name="connsiteY5" fmla="*/ 0 h 3722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73421" h="3722570">
                <a:moveTo>
                  <a:pt x="0" y="543508"/>
                </a:moveTo>
                <a:lnTo>
                  <a:pt x="43789" y="830425"/>
                </a:lnTo>
                <a:cubicBezTo>
                  <a:pt x="381539" y="2480969"/>
                  <a:pt x="1841939" y="3722570"/>
                  <a:pt x="3592331" y="3722570"/>
                </a:cubicBezTo>
                <a:cubicBezTo>
                  <a:pt x="4592555" y="3722570"/>
                  <a:pt x="5498088" y="3317149"/>
                  <a:pt x="6153565" y="2661673"/>
                </a:cubicBezTo>
                <a:lnTo>
                  <a:pt x="6173421" y="2640845"/>
                </a:lnTo>
                <a:lnTo>
                  <a:pt x="241986" y="0"/>
                </a:ln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5" name="任意多边形: 形状 124"/>
          <p:cNvSpPr/>
          <p:nvPr>
            <p:custDataLst>
              <p:tags r:id="rId21"/>
            </p:custDataLst>
          </p:nvPr>
        </p:nvSpPr>
        <p:spPr>
          <a:xfrm rot="17640000" flipH="1">
            <a:off x="-2580192" y="1610925"/>
            <a:ext cx="6110074" cy="3671272"/>
          </a:xfrm>
          <a:custGeom>
            <a:avLst/>
            <a:gdLst>
              <a:gd name="connsiteX0" fmla="*/ 99583 w 6110074"/>
              <a:gd name="connsiteY0" fmla="*/ 0 h 3671272"/>
              <a:gd name="connsiteX1" fmla="*/ 0 w 6110074"/>
              <a:gd name="connsiteY1" fmla="*/ 223666 h 3671272"/>
              <a:gd name="connsiteX2" fmla="*/ 300 w 6110074"/>
              <a:gd name="connsiteY2" fmla="*/ 235536 h 3671272"/>
              <a:gd name="connsiteX3" fmla="*/ 3617718 w 6110074"/>
              <a:gd name="connsiteY3" fmla="*/ 3671272 h 3671272"/>
              <a:gd name="connsiteX4" fmla="*/ 6053157 w 6110074"/>
              <a:gd name="connsiteY4" fmla="*/ 2730308 h 3671272"/>
              <a:gd name="connsiteX5" fmla="*/ 6110074 w 6110074"/>
              <a:gd name="connsiteY5" fmla="*/ 2676043 h 367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10074" h="3671272">
                <a:moveTo>
                  <a:pt x="99583" y="0"/>
                </a:moveTo>
                <a:lnTo>
                  <a:pt x="0" y="223666"/>
                </a:lnTo>
                <a:lnTo>
                  <a:pt x="300" y="235536"/>
                </a:lnTo>
                <a:cubicBezTo>
                  <a:pt x="97312" y="2149361"/>
                  <a:pt x="1679784" y="3671272"/>
                  <a:pt x="3617718" y="3671272"/>
                </a:cubicBezTo>
                <a:cubicBezTo>
                  <a:pt x="4555428" y="3671272"/>
                  <a:pt x="5409913" y="3314945"/>
                  <a:pt x="6053157" y="2730308"/>
                </a:cubicBezTo>
                <a:lnTo>
                  <a:pt x="6110074" y="2676043"/>
                </a:ln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3" name="任意多边形: 形状 122"/>
          <p:cNvSpPr/>
          <p:nvPr>
            <p:custDataLst>
              <p:tags r:id="rId22"/>
            </p:custDataLst>
          </p:nvPr>
        </p:nvSpPr>
        <p:spPr>
          <a:xfrm rot="17640000" flipH="1">
            <a:off x="-2592770" y="1754454"/>
            <a:ext cx="6018386" cy="3591223"/>
          </a:xfrm>
          <a:custGeom>
            <a:avLst/>
            <a:gdLst>
              <a:gd name="connsiteX0" fmla="*/ 0 w 6018386"/>
              <a:gd name="connsiteY0" fmla="*/ 0 h 3591223"/>
              <a:gd name="connsiteX1" fmla="*/ 3931 w 6018386"/>
              <a:gd name="connsiteY1" fmla="*/ 155485 h 3591223"/>
              <a:gd name="connsiteX2" fmla="*/ 3621350 w 6018386"/>
              <a:gd name="connsiteY2" fmla="*/ 3591223 h 3591223"/>
              <a:gd name="connsiteX3" fmla="*/ 5925362 w 6018386"/>
              <a:gd name="connsiteY3" fmla="*/ 2764104 h 3591223"/>
              <a:gd name="connsiteX4" fmla="*/ 6018386 w 6018386"/>
              <a:gd name="connsiteY4" fmla="*/ 2679558 h 3591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18386" h="3591223">
                <a:moveTo>
                  <a:pt x="0" y="0"/>
                </a:moveTo>
                <a:lnTo>
                  <a:pt x="3931" y="155485"/>
                </a:lnTo>
                <a:cubicBezTo>
                  <a:pt x="100943" y="2069311"/>
                  <a:pt x="1683416" y="3591223"/>
                  <a:pt x="3621350" y="3591223"/>
                </a:cubicBezTo>
                <a:cubicBezTo>
                  <a:pt x="4496546" y="3591223"/>
                  <a:pt x="5299244" y="3280822"/>
                  <a:pt x="5925362" y="2764104"/>
                </a:cubicBezTo>
                <a:lnTo>
                  <a:pt x="6018386" y="2679558"/>
                </a:ln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7" name="任意多边形: 形状 126"/>
          <p:cNvSpPr/>
          <p:nvPr>
            <p:custDataLst>
              <p:tags r:id="rId23"/>
            </p:custDataLst>
          </p:nvPr>
        </p:nvSpPr>
        <p:spPr>
          <a:xfrm rot="17640000" flipH="1">
            <a:off x="-2581217" y="1938619"/>
            <a:ext cx="5918022" cy="3461966"/>
          </a:xfrm>
          <a:custGeom>
            <a:avLst/>
            <a:gdLst>
              <a:gd name="connsiteX0" fmla="*/ 0 w 5918022"/>
              <a:gd name="connsiteY0" fmla="*/ 0 h 3461966"/>
              <a:gd name="connsiteX1" fmla="*/ 10613 w 5918022"/>
              <a:gd name="connsiteY1" fmla="*/ 210176 h 3461966"/>
              <a:gd name="connsiteX2" fmla="*/ 3614044 w 5918022"/>
              <a:gd name="connsiteY2" fmla="*/ 3461966 h 3461966"/>
              <a:gd name="connsiteX3" fmla="*/ 5639212 w 5918022"/>
              <a:gd name="connsiteY3" fmla="*/ 2843363 h 3461966"/>
              <a:gd name="connsiteX4" fmla="*/ 5918022 w 5918022"/>
              <a:gd name="connsiteY4" fmla="*/ 2634873 h 34619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18022" h="3461966">
                <a:moveTo>
                  <a:pt x="0" y="0"/>
                </a:moveTo>
                <a:lnTo>
                  <a:pt x="10613" y="210176"/>
                </a:lnTo>
                <a:cubicBezTo>
                  <a:pt x="196102" y="2036658"/>
                  <a:pt x="1738624" y="3461966"/>
                  <a:pt x="3614044" y="3461966"/>
                </a:cubicBezTo>
                <a:cubicBezTo>
                  <a:pt x="4364212" y="3461966"/>
                  <a:pt x="5061116" y="3233917"/>
                  <a:pt x="5639212" y="2843363"/>
                </a:cubicBezTo>
                <a:lnTo>
                  <a:pt x="5918022" y="2634873"/>
                </a:ln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5" name="任意多边形: 形状 104"/>
          <p:cNvSpPr/>
          <p:nvPr>
            <p:custDataLst>
              <p:tags r:id="rId24"/>
            </p:custDataLst>
          </p:nvPr>
        </p:nvSpPr>
        <p:spPr>
          <a:xfrm rot="17640000" flipH="1">
            <a:off x="-2561230" y="2116432"/>
            <a:ext cx="5805896" cy="3333065"/>
          </a:xfrm>
          <a:custGeom>
            <a:avLst/>
            <a:gdLst>
              <a:gd name="connsiteX0" fmla="*/ 0 w 5805896"/>
              <a:gd name="connsiteY0" fmla="*/ 0 h 3333065"/>
              <a:gd name="connsiteX1" fmla="*/ 4104 w 5805896"/>
              <a:gd name="connsiteY1" fmla="*/ 81275 h 3333065"/>
              <a:gd name="connsiteX2" fmla="*/ 3607535 w 5805896"/>
              <a:gd name="connsiteY2" fmla="*/ 3333065 h 3333065"/>
              <a:gd name="connsiteX3" fmla="*/ 5632703 w 5805896"/>
              <a:gd name="connsiteY3" fmla="*/ 2714462 h 3333065"/>
              <a:gd name="connsiteX4" fmla="*/ 5805896 w 5805896"/>
              <a:gd name="connsiteY4" fmla="*/ 2584951 h 3333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5896" h="3333065">
                <a:moveTo>
                  <a:pt x="0" y="0"/>
                </a:moveTo>
                <a:lnTo>
                  <a:pt x="4104" y="81275"/>
                </a:lnTo>
                <a:cubicBezTo>
                  <a:pt x="189593" y="1907757"/>
                  <a:pt x="1732115" y="3333065"/>
                  <a:pt x="3607535" y="3333065"/>
                </a:cubicBezTo>
                <a:cubicBezTo>
                  <a:pt x="4357703" y="3333065"/>
                  <a:pt x="5054607" y="3105016"/>
                  <a:pt x="5632703" y="2714462"/>
                </a:cubicBezTo>
                <a:lnTo>
                  <a:pt x="5805896" y="2584951"/>
                </a:ln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7" name="任意多边形: 形状 106"/>
          <p:cNvSpPr/>
          <p:nvPr>
            <p:custDataLst>
              <p:tags r:id="rId25"/>
            </p:custDataLst>
          </p:nvPr>
        </p:nvSpPr>
        <p:spPr>
          <a:xfrm rot="17640000" flipH="1">
            <a:off x="-2538633" y="2298264"/>
            <a:ext cx="5688550" cy="3201839"/>
          </a:xfrm>
          <a:custGeom>
            <a:avLst/>
            <a:gdLst>
              <a:gd name="connsiteX0" fmla="*/ 0 w 5688550"/>
              <a:gd name="connsiteY0" fmla="*/ 0 h 3201839"/>
              <a:gd name="connsiteX1" fmla="*/ 47265 w 5688550"/>
              <a:gd name="connsiteY1" fmla="*/ 309693 h 3201839"/>
              <a:gd name="connsiteX2" fmla="*/ 3595808 w 5688550"/>
              <a:gd name="connsiteY2" fmla="*/ 3201839 h 3201839"/>
              <a:gd name="connsiteX3" fmla="*/ 5620976 w 5688550"/>
              <a:gd name="connsiteY3" fmla="*/ 2583236 h 3201839"/>
              <a:gd name="connsiteX4" fmla="*/ 5688550 w 5688550"/>
              <a:gd name="connsiteY4" fmla="*/ 2532705 h 32018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88550" h="3201839">
                <a:moveTo>
                  <a:pt x="0" y="0"/>
                </a:moveTo>
                <a:lnTo>
                  <a:pt x="47265" y="309693"/>
                </a:lnTo>
                <a:cubicBezTo>
                  <a:pt x="385015" y="1960237"/>
                  <a:pt x="1845416" y="3201839"/>
                  <a:pt x="3595808" y="3201839"/>
                </a:cubicBezTo>
                <a:cubicBezTo>
                  <a:pt x="4345976" y="3201839"/>
                  <a:pt x="5042880" y="2973790"/>
                  <a:pt x="5620976" y="2583236"/>
                </a:cubicBezTo>
                <a:lnTo>
                  <a:pt x="5688550" y="2532705"/>
                </a:ln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2" name="任意多边形: 形状 161"/>
          <p:cNvSpPr/>
          <p:nvPr>
            <p:custDataLst>
              <p:tags r:id="rId26"/>
            </p:custDataLst>
          </p:nvPr>
        </p:nvSpPr>
        <p:spPr>
          <a:xfrm rot="17640000" flipH="1">
            <a:off x="-2466894" y="2457930"/>
            <a:ext cx="5498762" cy="3066650"/>
          </a:xfrm>
          <a:custGeom>
            <a:avLst/>
            <a:gdLst>
              <a:gd name="connsiteX0" fmla="*/ 0 w 5498762"/>
              <a:gd name="connsiteY0" fmla="*/ 0 h 3066650"/>
              <a:gd name="connsiteX1" fmla="*/ 26632 w 5498762"/>
              <a:gd name="connsiteY1" fmla="*/ 174504 h 3066650"/>
              <a:gd name="connsiteX2" fmla="*/ 3575175 w 5498762"/>
              <a:gd name="connsiteY2" fmla="*/ 3066650 h 3066650"/>
              <a:gd name="connsiteX3" fmla="*/ 5301698 w 5498762"/>
              <a:gd name="connsiteY3" fmla="*/ 2629478 h 3066650"/>
              <a:gd name="connsiteX4" fmla="*/ 5461196 w 5498762"/>
              <a:gd name="connsiteY4" fmla="*/ 2532581 h 3066650"/>
              <a:gd name="connsiteX5" fmla="*/ 5498762 w 5498762"/>
              <a:gd name="connsiteY5" fmla="*/ 2448207 h 3066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98762" h="3066650">
                <a:moveTo>
                  <a:pt x="0" y="0"/>
                </a:moveTo>
                <a:lnTo>
                  <a:pt x="26632" y="174504"/>
                </a:lnTo>
                <a:cubicBezTo>
                  <a:pt x="364382" y="1825048"/>
                  <a:pt x="1824783" y="3066650"/>
                  <a:pt x="3575175" y="3066650"/>
                </a:cubicBezTo>
                <a:cubicBezTo>
                  <a:pt x="4200315" y="3066650"/>
                  <a:pt x="4788466" y="2908282"/>
                  <a:pt x="5301698" y="2629478"/>
                </a:cubicBezTo>
                <a:lnTo>
                  <a:pt x="5461196" y="2532581"/>
                </a:lnTo>
                <a:lnTo>
                  <a:pt x="5498762" y="2448207"/>
                </a:ln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0" name="任意多边形: 形状 159"/>
          <p:cNvSpPr/>
          <p:nvPr>
            <p:custDataLst>
              <p:tags r:id="rId27"/>
            </p:custDataLst>
          </p:nvPr>
        </p:nvSpPr>
        <p:spPr>
          <a:xfrm rot="17640000" flipH="1">
            <a:off x="-2396114" y="2618218"/>
            <a:ext cx="5310339" cy="2931460"/>
          </a:xfrm>
          <a:custGeom>
            <a:avLst/>
            <a:gdLst>
              <a:gd name="connsiteX0" fmla="*/ 0 w 5310339"/>
              <a:gd name="connsiteY0" fmla="*/ 0 h 2931460"/>
              <a:gd name="connsiteX1" fmla="*/ 6000 w 5310339"/>
              <a:gd name="connsiteY1" fmla="*/ 39314 h 2931460"/>
              <a:gd name="connsiteX2" fmla="*/ 3554543 w 5310339"/>
              <a:gd name="connsiteY2" fmla="*/ 2931460 h 2931460"/>
              <a:gd name="connsiteX3" fmla="*/ 5085166 w 5310339"/>
              <a:gd name="connsiteY3" fmla="*/ 2593120 h 2931460"/>
              <a:gd name="connsiteX4" fmla="*/ 5244189 w 5310339"/>
              <a:gd name="connsiteY4" fmla="*/ 2512892 h 2931460"/>
              <a:gd name="connsiteX5" fmla="*/ 5310339 w 5310339"/>
              <a:gd name="connsiteY5" fmla="*/ 2364316 h 293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0339" h="2931460">
                <a:moveTo>
                  <a:pt x="0" y="0"/>
                </a:moveTo>
                <a:lnTo>
                  <a:pt x="6000" y="39314"/>
                </a:lnTo>
                <a:cubicBezTo>
                  <a:pt x="343750" y="1689858"/>
                  <a:pt x="1804151" y="2931460"/>
                  <a:pt x="3554543" y="2931460"/>
                </a:cubicBezTo>
                <a:cubicBezTo>
                  <a:pt x="4101541" y="2931460"/>
                  <a:pt x="4620218" y="2810209"/>
                  <a:pt x="5085166" y="2593120"/>
                </a:cubicBezTo>
                <a:lnTo>
                  <a:pt x="5244189" y="2512892"/>
                </a:lnTo>
                <a:lnTo>
                  <a:pt x="5310339" y="2364316"/>
                </a:ln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8" name="任意多边形: 形状 157"/>
          <p:cNvSpPr/>
          <p:nvPr>
            <p:custDataLst>
              <p:tags r:id="rId28"/>
            </p:custDataLst>
          </p:nvPr>
        </p:nvSpPr>
        <p:spPr>
          <a:xfrm rot="17640000" flipH="1">
            <a:off x="-2319676" y="2787221"/>
            <a:ext cx="5110601" cy="2791232"/>
          </a:xfrm>
          <a:custGeom>
            <a:avLst/>
            <a:gdLst>
              <a:gd name="connsiteX0" fmla="*/ 0 w 5110601"/>
              <a:gd name="connsiteY0" fmla="*/ 0 h 2791232"/>
              <a:gd name="connsiteX1" fmla="*/ 63307 w 5110601"/>
              <a:gd name="connsiteY1" fmla="*/ 246211 h 2791232"/>
              <a:gd name="connsiteX2" fmla="*/ 3522595 w 5110601"/>
              <a:gd name="connsiteY2" fmla="*/ 2791232 h 2791232"/>
              <a:gd name="connsiteX3" fmla="*/ 4850739 w 5110601"/>
              <a:gd name="connsiteY3" fmla="*/ 2539989 h 2791232"/>
              <a:gd name="connsiteX4" fmla="*/ 5026443 w 5110601"/>
              <a:gd name="connsiteY4" fmla="*/ 2464410 h 2791232"/>
              <a:gd name="connsiteX5" fmla="*/ 5110601 w 5110601"/>
              <a:gd name="connsiteY5" fmla="*/ 2275386 h 2791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10601" h="2791232">
                <a:moveTo>
                  <a:pt x="0" y="0"/>
                </a:moveTo>
                <a:lnTo>
                  <a:pt x="63307" y="246211"/>
                </a:lnTo>
                <a:cubicBezTo>
                  <a:pt x="521910" y="1720667"/>
                  <a:pt x="1897231" y="2791232"/>
                  <a:pt x="3522595" y="2791232"/>
                </a:cubicBezTo>
                <a:cubicBezTo>
                  <a:pt x="3991450" y="2791232"/>
                  <a:pt x="4439499" y="2702150"/>
                  <a:pt x="4850739" y="2539989"/>
                </a:cubicBezTo>
                <a:lnTo>
                  <a:pt x="5026443" y="2464410"/>
                </a:lnTo>
                <a:lnTo>
                  <a:pt x="5110601" y="2275386"/>
                </a:ln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6" name="任意多边形: 形状 155"/>
          <p:cNvSpPr/>
          <p:nvPr>
            <p:custDataLst>
              <p:tags r:id="rId29"/>
            </p:custDataLst>
          </p:nvPr>
        </p:nvSpPr>
        <p:spPr>
          <a:xfrm rot="17640000" flipH="1">
            <a:off x="-2240920" y="2959793"/>
            <a:ext cx="4906224" cy="2648939"/>
          </a:xfrm>
          <a:custGeom>
            <a:avLst/>
            <a:gdLst>
              <a:gd name="connsiteX0" fmla="*/ 0 w 4906224"/>
              <a:gd name="connsiteY0" fmla="*/ 0 h 2648939"/>
              <a:gd name="connsiteX1" fmla="*/ 26720 w 4906224"/>
              <a:gd name="connsiteY1" fmla="*/ 103918 h 2648939"/>
              <a:gd name="connsiteX2" fmla="*/ 3486008 w 4906224"/>
              <a:gd name="connsiteY2" fmla="*/ 2648939 h 2648939"/>
              <a:gd name="connsiteX3" fmla="*/ 4563119 w 4906224"/>
              <a:gd name="connsiteY3" fmla="*/ 2486095 h 2648939"/>
              <a:gd name="connsiteX4" fmla="*/ 4812543 w 4906224"/>
              <a:gd name="connsiteY4" fmla="*/ 2394805 h 2648939"/>
              <a:gd name="connsiteX5" fmla="*/ 4906224 w 4906224"/>
              <a:gd name="connsiteY5" fmla="*/ 2184392 h 2648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6224" h="2648939">
                <a:moveTo>
                  <a:pt x="0" y="0"/>
                </a:moveTo>
                <a:lnTo>
                  <a:pt x="26720" y="103918"/>
                </a:lnTo>
                <a:cubicBezTo>
                  <a:pt x="485323" y="1578374"/>
                  <a:pt x="1860644" y="2648939"/>
                  <a:pt x="3486008" y="2648939"/>
                </a:cubicBezTo>
                <a:cubicBezTo>
                  <a:pt x="3861092" y="2648939"/>
                  <a:pt x="4222860" y="2591927"/>
                  <a:pt x="4563119" y="2486095"/>
                </a:cubicBezTo>
                <a:lnTo>
                  <a:pt x="4812543" y="2394805"/>
                </a:lnTo>
                <a:lnTo>
                  <a:pt x="4906224" y="2184392"/>
                </a:ln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4" name="任意多边形: 形状 153"/>
          <p:cNvSpPr/>
          <p:nvPr>
            <p:custDataLst>
              <p:tags r:id="rId30"/>
            </p:custDataLst>
          </p:nvPr>
        </p:nvSpPr>
        <p:spPr>
          <a:xfrm rot="17640000" flipH="1">
            <a:off x="-2159666" y="3136212"/>
            <a:ext cx="4696855" cy="2504423"/>
          </a:xfrm>
          <a:custGeom>
            <a:avLst/>
            <a:gdLst>
              <a:gd name="connsiteX0" fmla="*/ 0 w 4696855"/>
              <a:gd name="connsiteY0" fmla="*/ 0 h 2504423"/>
              <a:gd name="connsiteX1" fmla="*/ 106942 w 4696855"/>
              <a:gd name="connsiteY1" fmla="*/ 292188 h 2504423"/>
              <a:gd name="connsiteX2" fmla="*/ 3444429 w 4696855"/>
              <a:gd name="connsiteY2" fmla="*/ 2504423 h 2504423"/>
              <a:gd name="connsiteX3" fmla="*/ 4521540 w 4696855"/>
              <a:gd name="connsiteY3" fmla="*/ 2341579 h 2504423"/>
              <a:gd name="connsiteX4" fmla="*/ 4597793 w 4696855"/>
              <a:gd name="connsiteY4" fmla="*/ 2313670 h 2504423"/>
              <a:gd name="connsiteX5" fmla="*/ 4696855 w 4696855"/>
              <a:gd name="connsiteY5" fmla="*/ 2091174 h 2504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96855" h="2504423">
                <a:moveTo>
                  <a:pt x="0" y="0"/>
                </a:moveTo>
                <a:lnTo>
                  <a:pt x="106942" y="292188"/>
                </a:lnTo>
                <a:cubicBezTo>
                  <a:pt x="656812" y="1592226"/>
                  <a:pt x="1944093" y="2504423"/>
                  <a:pt x="3444429" y="2504423"/>
                </a:cubicBezTo>
                <a:cubicBezTo>
                  <a:pt x="3819513" y="2504423"/>
                  <a:pt x="4181281" y="2447411"/>
                  <a:pt x="4521540" y="2341579"/>
                </a:cubicBezTo>
                <a:lnTo>
                  <a:pt x="4597793" y="2313670"/>
                </a:lnTo>
                <a:lnTo>
                  <a:pt x="4696855" y="2091174"/>
                </a:ln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2" name="任意多边形: 形状 151"/>
          <p:cNvSpPr/>
          <p:nvPr>
            <p:custDataLst>
              <p:tags r:id="rId31"/>
            </p:custDataLst>
          </p:nvPr>
        </p:nvSpPr>
        <p:spPr>
          <a:xfrm rot="17640000" flipH="1">
            <a:off x="-2071656" y="3323036"/>
            <a:ext cx="4473968" cy="2353889"/>
          </a:xfrm>
          <a:custGeom>
            <a:avLst/>
            <a:gdLst>
              <a:gd name="connsiteX0" fmla="*/ 0 w 4473968"/>
              <a:gd name="connsiteY0" fmla="*/ 0 h 2353889"/>
              <a:gd name="connsiteX1" fmla="*/ 51846 w 4473968"/>
              <a:gd name="connsiteY1" fmla="*/ 141654 h 2353889"/>
              <a:gd name="connsiteX2" fmla="*/ 3389333 w 4473968"/>
              <a:gd name="connsiteY2" fmla="*/ 2353889 h 2353889"/>
              <a:gd name="connsiteX3" fmla="*/ 4207345 w 4473968"/>
              <a:gd name="connsiteY3" fmla="*/ 2261137 h 2353889"/>
              <a:gd name="connsiteX4" fmla="*/ 4374211 w 4473968"/>
              <a:gd name="connsiteY4" fmla="*/ 2215996 h 2353889"/>
              <a:gd name="connsiteX5" fmla="*/ 4473968 w 4473968"/>
              <a:gd name="connsiteY5" fmla="*/ 1991939 h 2353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73968" h="2353889">
                <a:moveTo>
                  <a:pt x="0" y="0"/>
                </a:moveTo>
                <a:lnTo>
                  <a:pt x="51846" y="141654"/>
                </a:lnTo>
                <a:cubicBezTo>
                  <a:pt x="601716" y="1441692"/>
                  <a:pt x="1888997" y="2353889"/>
                  <a:pt x="3389333" y="2353889"/>
                </a:cubicBezTo>
                <a:cubicBezTo>
                  <a:pt x="3670646" y="2353889"/>
                  <a:pt x="3944469" y="2321820"/>
                  <a:pt x="4207345" y="2261137"/>
                </a:cubicBezTo>
                <a:lnTo>
                  <a:pt x="4374211" y="2215996"/>
                </a:lnTo>
                <a:lnTo>
                  <a:pt x="4473968" y="1991939"/>
                </a:ln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0" name="任意多边形: 形状 149"/>
          <p:cNvSpPr/>
          <p:nvPr>
            <p:custDataLst>
              <p:tags r:id="rId32"/>
            </p:custDataLst>
          </p:nvPr>
        </p:nvSpPr>
        <p:spPr>
          <a:xfrm rot="17640000" flipH="1">
            <a:off x="-1982989" y="3510868"/>
            <a:ext cx="4249772" cy="2202772"/>
          </a:xfrm>
          <a:custGeom>
            <a:avLst/>
            <a:gdLst>
              <a:gd name="connsiteX0" fmla="*/ 0 w 4249772"/>
              <a:gd name="connsiteY0" fmla="*/ 0 h 2202772"/>
              <a:gd name="connsiteX1" fmla="*/ 147968 w 4249772"/>
              <a:gd name="connsiteY1" fmla="*/ 307163 h 2202772"/>
              <a:gd name="connsiteX2" fmla="*/ 3332928 w 4249772"/>
              <a:gd name="connsiteY2" fmla="*/ 2202772 h 2202772"/>
              <a:gd name="connsiteX3" fmla="*/ 4150940 w 4249772"/>
              <a:gd name="connsiteY3" fmla="*/ 2110020 h 2202772"/>
              <a:gd name="connsiteX4" fmla="*/ 4153005 w 4249772"/>
              <a:gd name="connsiteY4" fmla="*/ 2109462 h 2202772"/>
              <a:gd name="connsiteX5" fmla="*/ 4249772 w 4249772"/>
              <a:gd name="connsiteY5" fmla="*/ 1892121 h 2202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49772" h="2202772">
                <a:moveTo>
                  <a:pt x="0" y="0"/>
                </a:moveTo>
                <a:lnTo>
                  <a:pt x="147968" y="307163"/>
                </a:lnTo>
                <a:cubicBezTo>
                  <a:pt x="761337" y="1436273"/>
                  <a:pt x="1957620" y="2202772"/>
                  <a:pt x="3332928" y="2202772"/>
                </a:cubicBezTo>
                <a:cubicBezTo>
                  <a:pt x="3614241" y="2202772"/>
                  <a:pt x="3888064" y="2170703"/>
                  <a:pt x="4150940" y="2110020"/>
                </a:cubicBezTo>
                <a:lnTo>
                  <a:pt x="4153005" y="2109462"/>
                </a:lnTo>
                <a:lnTo>
                  <a:pt x="4249772" y="1892121"/>
                </a:lnTo>
                <a:close/>
              </a:path>
            </a:pathLst>
          </a:custGeom>
          <a:noFill/>
          <a:ln>
            <a:solidFill>
              <a:schemeClr val="tx2">
                <a:lumMod val="25000"/>
                <a:lumOff val="75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 name="标题 1"/>
          <p:cNvSpPr>
            <a:spLocks noGrp="1"/>
          </p:cNvSpPr>
          <p:nvPr>
            <p:ph type="title" hasCustomPrompt="1"/>
            <p:custDataLst>
              <p:tags r:id="rId33"/>
            </p:custDataLst>
          </p:nvPr>
        </p:nvSpPr>
        <p:spPr>
          <a:xfrm>
            <a:off x="2726807" y="2161753"/>
            <a:ext cx="6738386" cy="1752222"/>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9600" b="1" i="0" u="none" strike="noStrike" kern="1200" cap="none" spc="600" normalizeH="0" baseline="0" noProof="1" dirty="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defRPr>
            </a:lvl1pPr>
          </a:lstStyle>
          <a:p>
            <a:pPr lvl="0"/>
            <a:r>
              <a:rPr dirty="0">
                <a:sym typeface="+mn-ea"/>
              </a:rPr>
              <a:t>编辑标题</a:t>
            </a:r>
          </a:p>
        </p:txBody>
      </p:sp>
      <p:sp>
        <p:nvSpPr>
          <p:cNvPr id="3" name="日期占位符 2"/>
          <p:cNvSpPr>
            <a:spLocks noGrp="1"/>
          </p:cNvSpPr>
          <p:nvPr>
            <p:ph type="dt" sz="half" idx="10"/>
            <p:custDataLst>
              <p:tags r:id="rId34"/>
            </p:custDataLst>
          </p:nvPr>
        </p:nvSpPr>
        <p:spPr/>
        <p:txBody>
          <a:bodyPr/>
          <a:lstStyle/>
          <a:p>
            <a:fld id="{760FBDFE-C587-4B4C-A407-44438C67B59E}" type="datetimeFigureOut">
              <a:rPr lang="zh-CN" altLang="en-US" smtClean="0"/>
              <a:t>2025/8/25</a:t>
            </a:fld>
            <a:endParaRPr lang="zh-CN" altLang="en-US"/>
          </a:p>
        </p:txBody>
      </p:sp>
      <p:sp>
        <p:nvSpPr>
          <p:cNvPr id="4" name="页脚占位符 3"/>
          <p:cNvSpPr>
            <a:spLocks noGrp="1"/>
          </p:cNvSpPr>
          <p:nvPr>
            <p:ph type="ftr" sz="quarter" idx="11"/>
            <p:custDataLst>
              <p:tags r:id="rId35"/>
            </p:custDataLst>
          </p:nvPr>
        </p:nvSpPr>
        <p:spPr/>
        <p:txBody>
          <a:bodyPr/>
          <a:lstStyle/>
          <a:p>
            <a:endParaRPr lang="zh-CN" altLang="en-US"/>
          </a:p>
        </p:txBody>
      </p:sp>
      <p:sp>
        <p:nvSpPr>
          <p:cNvPr id="5" name="灯片编号占位符 4"/>
          <p:cNvSpPr>
            <a:spLocks noGrp="1"/>
          </p:cNvSpPr>
          <p:nvPr>
            <p:ph type="sldNum" sz="quarter" idx="12"/>
            <p:custDataLst>
              <p:tags r:id="rId3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p>
        </p:txBody>
      </p:sp>
      <p:sp>
        <p:nvSpPr>
          <p:cNvPr id="3" name="文本占位符 2"/>
          <p:cNvSpPr>
            <a:spLocks noGrp="1"/>
          </p:cNvSpPr>
          <p:nvPr>
            <p:ph type="body" idx="1"/>
            <p:custDataLst>
              <p:tags r:id="rId14"/>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5"/>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t>2025/8/25</a:t>
            </a:fld>
            <a:endParaRPr lang="zh-CN" altLang="en-US"/>
          </a:p>
        </p:txBody>
      </p:sp>
      <p:sp>
        <p:nvSpPr>
          <p:cNvPr id="5" name="页脚占位符 4"/>
          <p:cNvSpPr>
            <a:spLocks noGrp="1"/>
          </p:cNvSpPr>
          <p:nvPr>
            <p:ph type="ftr" sz="quarter" idx="3"/>
            <p:custDataLst>
              <p:tags r:id="rId16"/>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t>‹#›</a:t>
            </a:fld>
            <a:endParaRPr lang="zh-CN" altLang="en-US" dirty="0"/>
          </a:p>
        </p:txBody>
      </p:sp>
      <p:sp>
        <p:nvSpPr>
          <p:cNvPr id="7" name="KSO_TEMPLATE" hidden="1"/>
          <p:cNvSpPr/>
          <p:nvPr>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63.xml"/></Relationships>
</file>

<file path=ppt/slides/_rels/slide2.xml.rels><?xml version="1.0" encoding="UTF-8" standalone="yes"?>
<Relationships xmlns="http://schemas.openxmlformats.org/package/2006/relationships"><Relationship Id="rId8" Type="http://schemas.openxmlformats.org/officeDocument/2006/relationships/tags" Target="../tags/tag171.xml"/><Relationship Id="rId13" Type="http://schemas.openxmlformats.org/officeDocument/2006/relationships/notesSlide" Target="../notesSlides/notesSlide2.xml"/><Relationship Id="rId3" Type="http://schemas.openxmlformats.org/officeDocument/2006/relationships/tags" Target="../tags/tag166.xml"/><Relationship Id="rId7" Type="http://schemas.openxmlformats.org/officeDocument/2006/relationships/tags" Target="../tags/tag170.xml"/><Relationship Id="rId12" Type="http://schemas.openxmlformats.org/officeDocument/2006/relationships/slideLayout" Target="../slideLayouts/slideLayout7.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tags" Target="../tags/tag169.xml"/><Relationship Id="rId11" Type="http://schemas.openxmlformats.org/officeDocument/2006/relationships/tags" Target="../tags/tag174.xml"/><Relationship Id="rId5" Type="http://schemas.openxmlformats.org/officeDocument/2006/relationships/tags" Target="../tags/tag168.xml"/><Relationship Id="rId10" Type="http://schemas.openxmlformats.org/officeDocument/2006/relationships/tags" Target="../tags/tag173.xml"/><Relationship Id="rId4" Type="http://schemas.openxmlformats.org/officeDocument/2006/relationships/tags" Target="../tags/tag167.xml"/><Relationship Id="rId9" Type="http://schemas.openxmlformats.org/officeDocument/2006/relationships/tags" Target="../tags/tag172.xml"/><Relationship Id="rId14" Type="http://schemas.openxmlformats.org/officeDocument/2006/relationships/image" Target="../media/image26.jpeg"/></Relationships>
</file>

<file path=ppt/slides/_rels/slide3.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tags" Target="../tags/tag177.xml"/><Relationship Id="rId7" Type="http://schemas.openxmlformats.org/officeDocument/2006/relationships/notesSlide" Target="../notesSlides/notesSlide3.xml"/><Relationship Id="rId12" Type="http://schemas.openxmlformats.org/officeDocument/2006/relationships/image" Target="../media/image31.jpeg"/><Relationship Id="rId2" Type="http://schemas.openxmlformats.org/officeDocument/2006/relationships/tags" Target="../tags/tag176.xml"/><Relationship Id="rId1" Type="http://schemas.openxmlformats.org/officeDocument/2006/relationships/tags" Target="../tags/tag175.xml"/><Relationship Id="rId6" Type="http://schemas.openxmlformats.org/officeDocument/2006/relationships/slideLayout" Target="../slideLayouts/slideLayout2.xml"/><Relationship Id="rId11" Type="http://schemas.openxmlformats.org/officeDocument/2006/relationships/image" Target="../media/image30.jpeg"/><Relationship Id="rId5" Type="http://schemas.openxmlformats.org/officeDocument/2006/relationships/tags" Target="../tags/tag179.xml"/><Relationship Id="rId10" Type="http://schemas.openxmlformats.org/officeDocument/2006/relationships/image" Target="../media/image29.jpeg"/><Relationship Id="rId4" Type="http://schemas.openxmlformats.org/officeDocument/2006/relationships/tags" Target="../tags/tag178.xml"/><Relationship Id="rId9"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tags" Target="../tags/tag182.xml"/><Relationship Id="rId7" Type="http://schemas.openxmlformats.org/officeDocument/2006/relationships/image" Target="../media/image33.png"/><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notesSlide" Target="../notesSlides/notesSlide4.xml"/><Relationship Id="rId11" Type="http://schemas.openxmlformats.org/officeDocument/2006/relationships/image" Target="../media/image37.png"/><Relationship Id="rId5" Type="http://schemas.openxmlformats.org/officeDocument/2006/relationships/slideLayout" Target="../slideLayouts/slideLayout2.xml"/><Relationship Id="rId10" Type="http://schemas.openxmlformats.org/officeDocument/2006/relationships/image" Target="../media/image36.png"/><Relationship Id="rId4" Type="http://schemas.openxmlformats.org/officeDocument/2006/relationships/tags" Target="../tags/tag183.xml"/><Relationship Id="rId9" Type="http://schemas.openxmlformats.org/officeDocument/2006/relationships/image" Target="../media/image3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84.xml"/><Relationship Id="rId5" Type="http://schemas.openxmlformats.org/officeDocument/2006/relationships/image" Target="../media/image39.png"/><Relationship Id="rId4" Type="http://schemas.openxmlformats.org/officeDocument/2006/relationships/image" Target="../media/image3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85.xml"/><Relationship Id="rId6" Type="http://schemas.openxmlformats.org/officeDocument/2006/relationships/image" Target="../media/image42.jpeg"/><Relationship Id="rId5" Type="http://schemas.openxmlformats.org/officeDocument/2006/relationships/image" Target="../media/image41.jpeg"/><Relationship Id="rId4" Type="http://schemas.openxmlformats.org/officeDocument/2006/relationships/image" Target="../media/image40.png"/></Relationships>
</file>

<file path=ppt/slides/_rels/slide7.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slideLayout" Target="../slideLayouts/slideLayout2.xml"/><Relationship Id="rId7" Type="http://schemas.openxmlformats.org/officeDocument/2006/relationships/image" Target="../media/image45.png"/><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88.xml"/><Relationship Id="rId4" Type="http://schemas.openxmlformats.org/officeDocument/2006/relationships/image" Target="../media/image47.png"/></Relationships>
</file>

<file path=ppt/slides/_rels/slide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notesSlide" Target="../notesSlides/notesSlide9.xml"/><Relationship Id="rId7" Type="http://schemas.openxmlformats.org/officeDocument/2006/relationships/image" Target="../media/image51.png"/><Relationship Id="rId2" Type="http://schemas.openxmlformats.org/officeDocument/2006/relationships/slideLayout" Target="../slideLayouts/slideLayout2.xml"/><Relationship Id="rId1" Type="http://schemas.openxmlformats.org/officeDocument/2006/relationships/tags" Target="../tags/tag189.xml"/><Relationship Id="rId6" Type="http://schemas.openxmlformats.org/officeDocument/2006/relationships/image" Target="../media/image50.jpeg"/><Relationship Id="rId5" Type="http://schemas.openxmlformats.org/officeDocument/2006/relationships/image" Target="../media/image49.jpeg"/><Relationship Id="rId4" Type="http://schemas.openxmlformats.org/officeDocument/2006/relationships/image" Target="../media/image48.jpeg"/><Relationship Id="rId9" Type="http://schemas.openxmlformats.org/officeDocument/2006/relationships/image" Target="../media/image53.png"/></Relationships>
</file>

<file path=ppt/slides/_rels/slide10.xml.rels><?xml version="1.0" encoding="UTF-8" standalone="yes"?>
<Relationships xmlns="http://schemas.openxmlformats.org/package/2006/relationships"><Relationship Id="rId8" Type="http://schemas.openxmlformats.org/officeDocument/2006/relationships/image" Target="../media/image58.jpeg"/><Relationship Id="rId3" Type="http://schemas.openxmlformats.org/officeDocument/2006/relationships/notesSlide" Target="../notesSlides/notesSlide10.xml"/><Relationship Id="rId7" Type="http://schemas.openxmlformats.org/officeDocument/2006/relationships/image" Target="../media/image57.jpeg"/><Relationship Id="rId2" Type="http://schemas.openxmlformats.org/officeDocument/2006/relationships/slideLayout" Target="../slideLayouts/slideLayout2.xml"/><Relationship Id="rId1" Type="http://schemas.openxmlformats.org/officeDocument/2006/relationships/tags" Target="../tags/tag190.xml"/><Relationship Id="rId6" Type="http://schemas.openxmlformats.org/officeDocument/2006/relationships/image" Target="../media/image56.png"/><Relationship Id="rId5" Type="http://schemas.openxmlformats.org/officeDocument/2006/relationships/image" Target="../media/image55.jpeg"/><Relationship Id="rId4" Type="http://schemas.openxmlformats.org/officeDocument/2006/relationships/image" Target="../media/image54.png"/><Relationship Id="rId9" Type="http://schemas.openxmlformats.org/officeDocument/2006/relationships/image" Target="../media/image59.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91.xml"/><Relationship Id="rId4" Type="http://schemas.openxmlformats.org/officeDocument/2006/relationships/image" Target="../media/image60.png"/></Relationships>
</file>

<file path=ppt/slides/_rels/slide12.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notesSlide" Target="../notesSlides/notesSlide12.xml"/><Relationship Id="rId7" Type="http://schemas.openxmlformats.org/officeDocument/2006/relationships/image" Target="../media/image64.png"/><Relationship Id="rId2" Type="http://schemas.openxmlformats.org/officeDocument/2006/relationships/slideLayout" Target="../slideLayouts/slideLayout2.xml"/><Relationship Id="rId1" Type="http://schemas.openxmlformats.org/officeDocument/2006/relationships/tags" Target="../tags/tag19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jpeg"/><Relationship Id="rId9" Type="http://schemas.openxmlformats.org/officeDocument/2006/relationships/image" Target="../media/image66.png"/></Relationships>
</file>

<file path=ppt/slides/_rels/slide13.xml.rels><?xml version="1.0" encoding="UTF-8" standalone="yes"?>
<Relationships xmlns="http://schemas.openxmlformats.org/package/2006/relationships"><Relationship Id="rId8" Type="http://schemas.openxmlformats.org/officeDocument/2006/relationships/image" Target="../media/image71.jpeg"/><Relationship Id="rId3" Type="http://schemas.openxmlformats.org/officeDocument/2006/relationships/notesSlide" Target="../notesSlides/notesSlide13.xml"/><Relationship Id="rId7" Type="http://schemas.openxmlformats.org/officeDocument/2006/relationships/image" Target="../media/image70.png"/><Relationship Id="rId2" Type="http://schemas.openxmlformats.org/officeDocument/2006/relationships/slideLayout" Target="../slideLayouts/slideLayout2.xml"/><Relationship Id="rId1" Type="http://schemas.openxmlformats.org/officeDocument/2006/relationships/tags" Target="../tags/tag193.xml"/><Relationship Id="rId6" Type="http://schemas.openxmlformats.org/officeDocument/2006/relationships/image" Target="../media/image69.jpeg"/><Relationship Id="rId5" Type="http://schemas.openxmlformats.org/officeDocument/2006/relationships/image" Target="../media/image68.png"/><Relationship Id="rId4" Type="http://schemas.openxmlformats.org/officeDocument/2006/relationships/image" Target="../media/image6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94.xml"/><Relationship Id="rId4" Type="http://schemas.openxmlformats.org/officeDocument/2006/relationships/image" Target="../media/image7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95.xml"/><Relationship Id="rId5" Type="http://schemas.openxmlformats.org/officeDocument/2006/relationships/image" Target="../media/image74.png"/><Relationship Id="rId4" Type="http://schemas.openxmlformats.org/officeDocument/2006/relationships/image" Target="../media/image7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96.xml"/><Relationship Id="rId4" Type="http://schemas.openxmlformats.org/officeDocument/2006/relationships/image" Target="../media/image7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809241" y="1884636"/>
            <a:ext cx="5628255" cy="1004461"/>
          </a:xfrm>
        </p:spPr>
        <p:txBody>
          <a:bodyPr/>
          <a:lstStyle/>
          <a:p>
            <a:r>
              <a:rPr lang="zh-CN" altLang="en-US" dirty="0"/>
              <a:t>图解</a:t>
            </a:r>
            <a:r>
              <a:rPr lang="zh-CN" altLang="zh-CN" dirty="0"/>
              <a:t>浏览器原理</a:t>
            </a:r>
          </a:p>
        </p:txBody>
      </p:sp>
      <p:sp>
        <p:nvSpPr>
          <p:cNvPr id="3" name="文本占位符 2"/>
          <p:cNvSpPr>
            <a:spLocks noGrp="1"/>
          </p:cNvSpPr>
          <p:nvPr>
            <p:ph type="body" sz="quarter" idx="13"/>
          </p:nvPr>
        </p:nvSpPr>
        <p:spPr/>
        <p:txBody>
          <a:bodyPr/>
          <a:lstStyle/>
          <a:p>
            <a:r>
              <a:rPr lang="zh-CN" altLang="en-US"/>
              <a:t>分享人：郭亚平</a:t>
            </a:r>
          </a:p>
        </p:txBody>
      </p:sp>
      <p:sp>
        <p:nvSpPr>
          <p:cNvPr id="4" name="矩形 3"/>
          <p:cNvSpPr/>
          <p:nvPr/>
        </p:nvSpPr>
        <p:spPr>
          <a:xfrm>
            <a:off x="809241" y="3131265"/>
            <a:ext cx="7676668" cy="461665"/>
          </a:xfrm>
          <a:prstGeom prst="rect">
            <a:avLst/>
          </a:prstGeom>
        </p:spPr>
        <p:txBody>
          <a:bodyPr wrap="square">
            <a:spAutoFit/>
          </a:bodyPr>
          <a:lstStyle/>
          <a:p>
            <a:r>
              <a:rPr lang="zh-CN" altLang="en-US" sz="2400" b="1" spc="200" noProof="1">
                <a:solidFill>
                  <a:srgbClr val="000000">
                    <a:lumMod val="85000"/>
                    <a:lumOff val="15000"/>
                  </a:srgbClr>
                </a:solidFill>
                <a:latin typeface="微软雅黑" panose="020B0503020204020204" charset="-122"/>
                <a:sym typeface="+mn-ea"/>
              </a:rPr>
              <a:t>从输入URL到页面展示这中间发生了什么</a:t>
            </a:r>
            <a:endParaRPr lang="zh-CN" altLang="en-US">
              <a:solidFill>
                <a:srgbClr val="000000"/>
              </a:solidFill>
            </a:endParaRPr>
          </a:p>
        </p:txBody>
      </p:sp>
    </p:spTree>
    <p:custDataLst>
      <p:tags r:id="rId1"/>
    </p:custDataLst>
    <p:extLst>
      <p:ext uri="{BB962C8B-B14F-4D97-AF65-F5344CB8AC3E}">
        <p14:creationId xmlns:p14="http://schemas.microsoft.com/office/powerpoint/2010/main" val="1530801800"/>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
          <p:cNvSpPr/>
          <p:nvPr>
            <p:custDataLst>
              <p:tags r:id="rId2"/>
            </p:custDataLst>
          </p:nvPr>
        </p:nvSpPr>
        <p:spPr bwMode="auto">
          <a:xfrm>
            <a:off x="327025" y="1341402"/>
            <a:ext cx="2351585" cy="4703169"/>
          </a:xfrm>
          <a:custGeom>
            <a:avLst/>
            <a:gdLst>
              <a:gd name="connsiteX0" fmla="*/ 0 w 2351584"/>
              <a:gd name="connsiteY0" fmla="*/ 0 h 4703168"/>
              <a:gd name="connsiteX1" fmla="*/ 2351584 w 2351584"/>
              <a:gd name="connsiteY1" fmla="*/ 2351584 h 4703168"/>
              <a:gd name="connsiteX2" fmla="*/ 0 w 2351584"/>
              <a:gd name="connsiteY2" fmla="*/ 4703168 h 4703168"/>
              <a:gd name="connsiteX3" fmla="*/ 0 w 2351584"/>
              <a:gd name="connsiteY3" fmla="*/ 3773472 h 4703168"/>
              <a:gd name="connsiteX4" fmla="*/ 1421888 w 2351584"/>
              <a:gd name="connsiteY4" fmla="*/ 2351584 h 4703168"/>
              <a:gd name="connsiteX5" fmla="*/ 0 w 2351584"/>
              <a:gd name="connsiteY5" fmla="*/ 929696 h 4703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1584" h="4703168">
                <a:moveTo>
                  <a:pt x="0" y="0"/>
                </a:moveTo>
                <a:cubicBezTo>
                  <a:pt x="1298744" y="0"/>
                  <a:pt x="2351584" y="1052840"/>
                  <a:pt x="2351584" y="2351584"/>
                </a:cubicBezTo>
                <a:cubicBezTo>
                  <a:pt x="2351584" y="3650328"/>
                  <a:pt x="1298744" y="4703168"/>
                  <a:pt x="0" y="4703168"/>
                </a:cubicBezTo>
                <a:lnTo>
                  <a:pt x="0" y="3773472"/>
                </a:lnTo>
                <a:cubicBezTo>
                  <a:pt x="785287" y="3773472"/>
                  <a:pt x="1421888" y="3136871"/>
                  <a:pt x="1421888" y="2351584"/>
                </a:cubicBezTo>
                <a:cubicBezTo>
                  <a:pt x="1421888" y="1566297"/>
                  <a:pt x="785287" y="929696"/>
                  <a:pt x="0" y="929696"/>
                </a:cubicBezTo>
                <a:close/>
              </a:path>
            </a:pathLst>
          </a:custGeom>
          <a:blipFill>
            <a:blip r:embed="rId14" cstate="screen"/>
            <a:srcRect/>
            <a:stretch>
              <a:fillRect t="77"/>
            </a:stretch>
          </a:blipFill>
          <a:ln w="9525">
            <a:noFill/>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p>
            <a:pPr algn="ctr"/>
            <a:endParaRPr>
              <a:solidFill>
                <a:srgbClr val="FFFFFF"/>
              </a:solidFill>
              <a:latin typeface="微软雅黑" panose="020B0503020204020204" charset="-122"/>
              <a:cs typeface="微软雅黑" panose="020B0503020204020204" charset="-122"/>
            </a:endParaRPr>
          </a:p>
        </p:txBody>
      </p:sp>
      <p:cxnSp>
        <p:nvCxnSpPr>
          <p:cNvPr id="3" name="直接连接符 2"/>
          <p:cNvCxnSpPr/>
          <p:nvPr>
            <p:custDataLst>
              <p:tags r:id="rId3"/>
            </p:custDataLst>
          </p:nvPr>
        </p:nvCxnSpPr>
        <p:spPr>
          <a:xfrm>
            <a:off x="3008287" y="3692349"/>
            <a:ext cx="8295919"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4"/>
            </p:custDataLst>
          </p:nvPr>
        </p:nvCxnSpPr>
        <p:spPr>
          <a:xfrm>
            <a:off x="5529110" y="2432209"/>
            <a:ext cx="0" cy="252028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5"/>
            </p:custDataLst>
          </p:nvPr>
        </p:nvCxnSpPr>
        <p:spPr>
          <a:xfrm>
            <a:off x="8615721" y="2432209"/>
            <a:ext cx="0" cy="252028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8" name="文本框 7"/>
          <p:cNvSpPr txBox="1"/>
          <p:nvPr>
            <p:custDataLst>
              <p:tags r:id="rId6"/>
            </p:custDataLst>
          </p:nvPr>
        </p:nvSpPr>
        <p:spPr bwMode="auto">
          <a:xfrm>
            <a:off x="3106579" y="2736463"/>
            <a:ext cx="1887937"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0" anchor="b"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b="1" spc="300">
                <a:solidFill>
                  <a:srgbClr val="000000">
                    <a:lumMod val="85000"/>
                    <a:lumOff val="15000"/>
                  </a:srgbClr>
                </a:solidFill>
                <a:latin typeface="微软雅黑" panose="020B0503020204020204" charset="-122"/>
                <a:cs typeface="微软雅黑" panose="020B0503020204020204" charset="-122"/>
              </a:rPr>
              <a:t>Chrome</a:t>
            </a:r>
            <a:r>
              <a:rPr lang="zh-CN" altLang="en-US" b="1" spc="300">
                <a:solidFill>
                  <a:srgbClr val="000000">
                    <a:lumMod val="85000"/>
                    <a:lumOff val="15000"/>
                  </a:srgbClr>
                </a:solidFill>
                <a:latin typeface="微软雅黑" panose="020B0503020204020204" charset="-122"/>
                <a:cs typeface="微软雅黑" panose="020B0503020204020204" charset="-122"/>
              </a:rPr>
              <a:t>架构</a:t>
            </a:r>
          </a:p>
        </p:txBody>
      </p:sp>
      <p:sp>
        <p:nvSpPr>
          <p:cNvPr id="11" name="文本框 10"/>
          <p:cNvSpPr txBox="1"/>
          <p:nvPr>
            <p:custDataLst>
              <p:tags r:id="rId7"/>
            </p:custDataLst>
          </p:nvPr>
        </p:nvSpPr>
        <p:spPr bwMode="auto">
          <a:xfrm>
            <a:off x="5909756" y="2729910"/>
            <a:ext cx="1342382"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0" anchor="b"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zh-CN" altLang="en-US" b="1" spc="300">
                <a:solidFill>
                  <a:srgbClr val="000000">
                    <a:lumMod val="85000"/>
                    <a:lumOff val="15000"/>
                  </a:srgbClr>
                </a:solidFill>
                <a:latin typeface="微软雅黑" panose="020B0503020204020204" charset="-122"/>
                <a:cs typeface="微软雅黑" panose="020B0503020204020204" charset="-122"/>
              </a:rPr>
              <a:t>导航流程</a:t>
            </a:r>
          </a:p>
        </p:txBody>
      </p:sp>
      <p:sp>
        <p:nvSpPr>
          <p:cNvPr id="14" name="文本框 13"/>
          <p:cNvSpPr txBox="1"/>
          <p:nvPr>
            <p:custDataLst>
              <p:tags r:id="rId8"/>
            </p:custDataLst>
          </p:nvPr>
        </p:nvSpPr>
        <p:spPr bwMode="auto">
          <a:xfrm>
            <a:off x="8886000" y="2729909"/>
            <a:ext cx="1544466"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0" anchor="b"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zh-CN" altLang="en-US" b="1" spc="300">
                <a:solidFill>
                  <a:srgbClr val="000000">
                    <a:lumMod val="85000"/>
                    <a:lumOff val="15000"/>
                  </a:srgbClr>
                </a:solidFill>
                <a:latin typeface="微软雅黑" panose="020B0503020204020204" charset="-122"/>
                <a:cs typeface="微软雅黑" panose="020B0503020204020204" charset="-122"/>
              </a:rPr>
              <a:t>浏览器缓存</a:t>
            </a:r>
          </a:p>
        </p:txBody>
      </p:sp>
      <p:sp>
        <p:nvSpPr>
          <p:cNvPr id="17" name="文本框 16"/>
          <p:cNvSpPr txBox="1"/>
          <p:nvPr>
            <p:custDataLst>
              <p:tags r:id="rId9"/>
            </p:custDataLst>
          </p:nvPr>
        </p:nvSpPr>
        <p:spPr bwMode="auto">
          <a:xfrm>
            <a:off x="3119736" y="3971411"/>
            <a:ext cx="1369839"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0" anchor="b"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b="1" spc="300">
                <a:solidFill>
                  <a:srgbClr val="000000">
                    <a:lumMod val="85000"/>
                    <a:lumOff val="15000"/>
                  </a:srgbClr>
                </a:solidFill>
                <a:latin typeface="微软雅黑" panose="020B0503020204020204" charset="-122"/>
                <a:cs typeface="微软雅黑" panose="020B0503020204020204" charset="-122"/>
              </a:rPr>
              <a:t>DNS</a:t>
            </a:r>
            <a:r>
              <a:rPr lang="zh-CN" altLang="en-US" b="1" spc="300">
                <a:solidFill>
                  <a:srgbClr val="000000">
                    <a:lumMod val="85000"/>
                    <a:lumOff val="15000"/>
                  </a:srgbClr>
                </a:solidFill>
                <a:latin typeface="微软雅黑" panose="020B0503020204020204" charset="-122"/>
                <a:cs typeface="微软雅黑" panose="020B0503020204020204" charset="-122"/>
              </a:rPr>
              <a:t>解析</a:t>
            </a:r>
          </a:p>
        </p:txBody>
      </p:sp>
      <p:sp>
        <p:nvSpPr>
          <p:cNvPr id="20" name="文本框 19"/>
          <p:cNvSpPr txBox="1"/>
          <p:nvPr>
            <p:custDataLst>
              <p:tags r:id="rId10"/>
            </p:custDataLst>
          </p:nvPr>
        </p:nvSpPr>
        <p:spPr bwMode="auto">
          <a:xfrm>
            <a:off x="5927237" y="3990050"/>
            <a:ext cx="2324240"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0" anchor="b"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zh-CN" altLang="en-US" b="1" spc="300">
                <a:solidFill>
                  <a:srgbClr val="000000">
                    <a:lumMod val="85000"/>
                    <a:lumOff val="15000"/>
                  </a:srgbClr>
                </a:solidFill>
                <a:latin typeface="微软雅黑" panose="020B0503020204020204" charset="-122"/>
                <a:cs typeface="微软雅黑" panose="020B0503020204020204" charset="-122"/>
              </a:rPr>
              <a:t>数据包发送</a:t>
            </a:r>
          </a:p>
        </p:txBody>
      </p:sp>
      <p:sp>
        <p:nvSpPr>
          <p:cNvPr id="23" name="文本框 22"/>
          <p:cNvSpPr txBox="1"/>
          <p:nvPr>
            <p:custDataLst>
              <p:tags r:id="rId11"/>
            </p:custDataLst>
          </p:nvPr>
        </p:nvSpPr>
        <p:spPr bwMode="auto">
          <a:xfrm>
            <a:off x="8935764" y="3971411"/>
            <a:ext cx="1437946"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0" anchor="b"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zh-CN" altLang="en-US" b="1" spc="300">
                <a:solidFill>
                  <a:srgbClr val="000000">
                    <a:lumMod val="85000"/>
                    <a:lumOff val="15000"/>
                  </a:srgbClr>
                </a:solidFill>
                <a:latin typeface="微软雅黑" panose="020B0503020204020204" charset="-122"/>
                <a:cs typeface="微软雅黑" panose="020B0503020204020204" charset="-122"/>
              </a:rPr>
              <a:t>渲染阶段</a:t>
            </a:r>
          </a:p>
        </p:txBody>
      </p:sp>
      <p:sp>
        <p:nvSpPr>
          <p:cNvPr id="6" name="标题 1"/>
          <p:cNvSpPr>
            <a:spLocks noGrp="1"/>
          </p:cNvSpPr>
          <p:nvPr/>
        </p:nvSpPr>
        <p:spPr>
          <a:xfrm>
            <a:off x="276225" y="3004820"/>
            <a:ext cx="1696720" cy="1004570"/>
          </a:xfrm>
          <a:prstGeom prst="rect">
            <a:avLst/>
          </a:prstGeom>
        </p:spPr>
        <p:txBody>
          <a:bodyPr vert="horz" lIns="101600" tIns="38100" rIns="76200" bIns="38100" rtlCol="0" anchor="b" anchorCtr="0">
            <a:noAutofit/>
          </a:bodyPr>
          <a:lstStyle>
            <a:lvl1pPr algn="l" defTabSz="914400" rtl="0" eaLnBrk="1" fontAlgn="auto" latinLnBrk="0" hangingPunct="1">
              <a:lnSpc>
                <a:spcPct val="100000"/>
              </a:lnSpc>
              <a:spcBef>
                <a:spcPct val="0"/>
              </a:spcBef>
              <a:buNone/>
              <a:defRPr sz="4600" b="1" u="none" strike="noStrike" kern="1200" cap="none" spc="600" normalizeH="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a:lstStyle>
          <a:p>
            <a:r>
              <a:rPr lang="zh-CN" altLang="zh-CN">
                <a:solidFill>
                  <a:srgbClr val="000000">
                    <a:lumMod val="85000"/>
                    <a:lumOff val="15000"/>
                  </a:srgbClr>
                </a:solidFill>
              </a:rPr>
              <a:t>目录</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9882" y="196219"/>
            <a:ext cx="10852237" cy="441964"/>
          </a:xfrm>
        </p:spPr>
        <p:txBody>
          <a:bodyPr/>
          <a:lstStyle/>
          <a:p>
            <a:r>
              <a:rPr lang="en-US" altLang="zh-CN"/>
              <a:t>Chrome</a:t>
            </a:r>
            <a:r>
              <a:t>架构</a:t>
            </a:r>
          </a:p>
        </p:txBody>
      </p:sp>
      <p:grpSp>
        <p:nvGrpSpPr>
          <p:cNvPr id="17" name="组合 16"/>
          <p:cNvGrpSpPr/>
          <p:nvPr/>
        </p:nvGrpSpPr>
        <p:grpSpPr>
          <a:xfrm>
            <a:off x="923170" y="2068948"/>
            <a:ext cx="10228403" cy="2923629"/>
            <a:chOff x="923170" y="2068948"/>
            <a:chExt cx="10228403" cy="2923629"/>
          </a:xfrm>
        </p:grpSpPr>
        <p:grpSp>
          <p:nvGrpSpPr>
            <p:cNvPr id="10" name="组合 9"/>
            <p:cNvGrpSpPr/>
            <p:nvPr/>
          </p:nvGrpSpPr>
          <p:grpSpPr>
            <a:xfrm>
              <a:off x="5456829" y="2068948"/>
              <a:ext cx="5694744" cy="2923629"/>
              <a:chOff x="6096000" y="530808"/>
              <a:chExt cx="5694744" cy="2923629"/>
            </a:xfrm>
          </p:grpSpPr>
          <p:grpSp>
            <p:nvGrpSpPr>
              <p:cNvPr id="4" name="组合 3"/>
              <p:cNvGrpSpPr/>
              <p:nvPr/>
            </p:nvGrpSpPr>
            <p:grpSpPr>
              <a:xfrm>
                <a:off x="6096000" y="815662"/>
                <a:ext cx="5694744" cy="2638775"/>
                <a:chOff x="6096000" y="1077990"/>
                <a:chExt cx="5694744" cy="2638775"/>
              </a:xfrm>
            </p:grpSpPr>
            <p:pic>
              <p:nvPicPr>
                <p:cNvPr id="8" name="图片 7"/>
                <p:cNvPicPr>
                  <a:picLocks noChangeAspect="1"/>
                </p:cNvPicPr>
                <p:nvPr/>
              </p:nvPicPr>
              <p:blipFill>
                <a:blip r:embed="rId8"/>
                <a:stretch>
                  <a:fillRect/>
                </a:stretch>
              </p:blipFill>
              <p:spPr>
                <a:xfrm>
                  <a:off x="8358898" y="1343222"/>
                  <a:ext cx="3431846" cy="2211895"/>
                </a:xfrm>
                <a:prstGeom prst="rect">
                  <a:avLst/>
                </a:prstGeom>
              </p:spPr>
            </p:pic>
            <p:pic>
              <p:nvPicPr>
                <p:cNvPr id="3" name="图片 2"/>
                <p:cNvPicPr>
                  <a:picLocks noChangeAspect="1"/>
                </p:cNvPicPr>
                <p:nvPr/>
              </p:nvPicPr>
              <p:blipFill>
                <a:blip r:embed="rId9"/>
                <a:stretch>
                  <a:fillRect/>
                </a:stretch>
              </p:blipFill>
              <p:spPr>
                <a:xfrm>
                  <a:off x="6096000" y="1077990"/>
                  <a:ext cx="2945901" cy="2638775"/>
                </a:xfrm>
                <a:prstGeom prst="rect">
                  <a:avLst/>
                </a:prstGeom>
              </p:spPr>
            </p:pic>
          </p:grpSp>
          <p:sp>
            <p:nvSpPr>
              <p:cNvPr id="9" name="文本框 8"/>
              <p:cNvSpPr txBox="1"/>
              <p:nvPr>
                <p:custDataLst>
                  <p:tags r:id="rId5"/>
                </p:custDataLst>
              </p:nvPr>
            </p:nvSpPr>
            <p:spPr bwMode="auto">
              <a:xfrm>
                <a:off x="8957744" y="530808"/>
                <a:ext cx="2402307"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0" anchor="b"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zh-CN" altLang="en-US" sz="1400" b="1" spc="300" dirty="0">
                    <a:solidFill>
                      <a:srgbClr val="000000">
                        <a:lumMod val="85000"/>
                        <a:lumOff val="15000"/>
                      </a:srgbClr>
                    </a:solidFill>
                    <a:latin typeface="微软雅黑" panose="020B0503020204020204" charset="-122"/>
                    <a:cs typeface="微软雅黑" panose="020B0503020204020204" charset="-122"/>
                  </a:rPr>
                  <a:t>浏览器内核和渲染进程</a:t>
                </a:r>
              </a:p>
            </p:txBody>
          </p:sp>
        </p:grpSp>
        <p:grpSp>
          <p:nvGrpSpPr>
            <p:cNvPr id="12" name="组合 11"/>
            <p:cNvGrpSpPr/>
            <p:nvPr/>
          </p:nvGrpSpPr>
          <p:grpSpPr>
            <a:xfrm>
              <a:off x="923170" y="2378158"/>
              <a:ext cx="4530748" cy="2477852"/>
              <a:chOff x="842139" y="825028"/>
              <a:chExt cx="4530748" cy="2477852"/>
            </a:xfrm>
          </p:grpSpPr>
          <p:pic>
            <p:nvPicPr>
              <p:cNvPr id="5" name="图片 4" descr="最新Chrome进程架构"/>
              <p:cNvPicPr>
                <a:picLocks noChangeAspect="1"/>
              </p:cNvPicPr>
              <p:nvPr/>
            </p:nvPicPr>
            <p:blipFill>
              <a:blip r:embed="rId10"/>
              <a:stretch>
                <a:fillRect/>
              </a:stretch>
            </p:blipFill>
            <p:spPr>
              <a:xfrm>
                <a:off x="842139" y="1343222"/>
                <a:ext cx="4530748" cy="1959658"/>
              </a:xfrm>
              <a:prstGeom prst="rect">
                <a:avLst/>
              </a:prstGeom>
            </p:spPr>
          </p:pic>
          <p:sp>
            <p:nvSpPr>
              <p:cNvPr id="11" name="文本框 10"/>
              <p:cNvSpPr txBox="1"/>
              <p:nvPr>
                <p:custDataLst>
                  <p:tags r:id="rId4"/>
                </p:custDataLst>
              </p:nvPr>
            </p:nvSpPr>
            <p:spPr bwMode="auto">
              <a:xfrm>
                <a:off x="861724" y="825028"/>
                <a:ext cx="2923082"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0" anchor="b"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zh-CN" altLang="en-US" sz="1400" b="1" spc="300">
                    <a:solidFill>
                      <a:srgbClr val="000000">
                        <a:lumMod val="85000"/>
                        <a:lumOff val="15000"/>
                      </a:srgbClr>
                    </a:solidFill>
                    <a:latin typeface="微软雅黑" panose="020B0503020204020204" charset="-122"/>
                    <a:cs typeface="微软雅黑" panose="020B0503020204020204" charset="-122"/>
                  </a:rPr>
                  <a:t>最新的</a:t>
                </a:r>
                <a:r>
                  <a:rPr lang="en-US" altLang="zh-CN" sz="1400" b="1" spc="300">
                    <a:solidFill>
                      <a:srgbClr val="000000">
                        <a:lumMod val="85000"/>
                        <a:lumOff val="15000"/>
                      </a:srgbClr>
                    </a:solidFill>
                    <a:latin typeface="微软雅黑" panose="020B0503020204020204" charset="-122"/>
                    <a:cs typeface="微软雅黑" panose="020B0503020204020204" charset="-122"/>
                  </a:rPr>
                  <a:t>Chrome</a:t>
                </a:r>
                <a:r>
                  <a:rPr lang="zh-CN" altLang="en-US" sz="1400" b="1" spc="300">
                    <a:solidFill>
                      <a:srgbClr val="000000">
                        <a:lumMod val="85000"/>
                        <a:lumOff val="15000"/>
                      </a:srgbClr>
                    </a:solidFill>
                    <a:latin typeface="微软雅黑" panose="020B0503020204020204" charset="-122"/>
                    <a:cs typeface="微软雅黑" panose="020B0503020204020204" charset="-122"/>
                  </a:rPr>
                  <a:t>多进程架构</a:t>
                </a:r>
              </a:p>
            </p:txBody>
          </p:sp>
        </p:grpSp>
      </p:grpSp>
      <p:grpSp>
        <p:nvGrpSpPr>
          <p:cNvPr id="18" name="组合 17"/>
          <p:cNvGrpSpPr/>
          <p:nvPr/>
        </p:nvGrpSpPr>
        <p:grpSpPr>
          <a:xfrm>
            <a:off x="923170" y="3699545"/>
            <a:ext cx="10540184" cy="2973888"/>
            <a:chOff x="923170" y="3699545"/>
            <a:chExt cx="10540184" cy="2973888"/>
          </a:xfrm>
        </p:grpSpPr>
        <p:grpSp>
          <p:nvGrpSpPr>
            <p:cNvPr id="14" name="组合 13"/>
            <p:cNvGrpSpPr/>
            <p:nvPr/>
          </p:nvGrpSpPr>
          <p:grpSpPr>
            <a:xfrm>
              <a:off x="923170" y="3699545"/>
              <a:ext cx="4417238" cy="2616897"/>
              <a:chOff x="955649" y="3629263"/>
              <a:chExt cx="4417238" cy="2616897"/>
            </a:xfrm>
          </p:grpSpPr>
          <p:pic>
            <p:nvPicPr>
              <p:cNvPr id="6" name="图片 5" descr="面向服务的架构"/>
              <p:cNvPicPr>
                <a:picLocks noChangeAspect="1"/>
              </p:cNvPicPr>
              <p:nvPr/>
            </p:nvPicPr>
            <p:blipFill>
              <a:blip r:embed="rId11"/>
              <a:stretch>
                <a:fillRect/>
              </a:stretch>
            </p:blipFill>
            <p:spPr>
              <a:xfrm>
                <a:off x="955649" y="3994924"/>
                <a:ext cx="4417238" cy="2251236"/>
              </a:xfrm>
              <a:prstGeom prst="rect">
                <a:avLst/>
              </a:prstGeom>
            </p:spPr>
          </p:pic>
          <p:sp>
            <p:nvSpPr>
              <p:cNvPr id="13" name="文本框 12"/>
              <p:cNvSpPr txBox="1"/>
              <p:nvPr>
                <p:custDataLst>
                  <p:tags r:id="rId3"/>
                </p:custDataLst>
              </p:nvPr>
            </p:nvSpPr>
            <p:spPr bwMode="auto">
              <a:xfrm>
                <a:off x="961176" y="3629263"/>
                <a:ext cx="3737514"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0" anchor="b"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en-US" altLang="zh-CN" sz="1400" b="1" spc="300" dirty="0">
                    <a:solidFill>
                      <a:srgbClr val="000000">
                        <a:lumMod val="85000"/>
                        <a:lumOff val="15000"/>
                      </a:srgbClr>
                    </a:solidFill>
                    <a:latin typeface="微软雅黑" panose="020B0503020204020204" charset="-122"/>
                    <a:cs typeface="微软雅黑" panose="020B0503020204020204" charset="-122"/>
                  </a:rPr>
                  <a:t>Chrome</a:t>
                </a:r>
                <a:r>
                  <a:rPr lang="zh-CN" altLang="en-US" sz="1400" b="1" spc="300" dirty="0">
                    <a:solidFill>
                      <a:srgbClr val="000000">
                        <a:lumMod val="85000"/>
                        <a:lumOff val="15000"/>
                      </a:srgbClr>
                    </a:solidFill>
                    <a:latin typeface="微软雅黑" panose="020B0503020204020204" charset="-122"/>
                    <a:cs typeface="微软雅黑" panose="020B0503020204020204" charset="-122"/>
                  </a:rPr>
                  <a:t>面向服务的架构进程模型图</a:t>
                </a:r>
              </a:p>
            </p:txBody>
          </p:sp>
        </p:grpSp>
        <p:grpSp>
          <p:nvGrpSpPr>
            <p:cNvPr id="16" name="组合 15"/>
            <p:cNvGrpSpPr/>
            <p:nvPr/>
          </p:nvGrpSpPr>
          <p:grpSpPr>
            <a:xfrm>
              <a:off x="6620448" y="3764061"/>
              <a:ext cx="4842906" cy="2909372"/>
              <a:chOff x="6620448" y="3711013"/>
              <a:chExt cx="4842906" cy="2909372"/>
            </a:xfrm>
          </p:grpSpPr>
          <p:pic>
            <p:nvPicPr>
              <p:cNvPr id="7" name="图片 6" descr="资源不足面向服务架构"/>
              <p:cNvPicPr>
                <a:picLocks noChangeAspect="1"/>
              </p:cNvPicPr>
              <p:nvPr/>
            </p:nvPicPr>
            <p:blipFill>
              <a:blip r:embed="rId12"/>
              <a:stretch>
                <a:fillRect/>
              </a:stretch>
            </p:blipFill>
            <p:spPr>
              <a:xfrm>
                <a:off x="6688489" y="4207574"/>
                <a:ext cx="4373616" cy="2412811"/>
              </a:xfrm>
              <a:prstGeom prst="rect">
                <a:avLst/>
              </a:prstGeom>
            </p:spPr>
          </p:pic>
          <p:sp>
            <p:nvSpPr>
              <p:cNvPr id="15" name="文本框 14"/>
              <p:cNvSpPr txBox="1"/>
              <p:nvPr>
                <p:custDataLst>
                  <p:tags r:id="rId2"/>
                </p:custDataLst>
              </p:nvPr>
            </p:nvSpPr>
            <p:spPr bwMode="auto">
              <a:xfrm>
                <a:off x="6620448" y="3711013"/>
                <a:ext cx="4842906" cy="38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0" anchor="b"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pPr>
                <a:r>
                  <a:rPr lang="zh-CN" altLang="en-US" sz="1400" b="1" spc="300" dirty="0">
                    <a:solidFill>
                      <a:srgbClr val="000000">
                        <a:lumMod val="85000"/>
                        <a:lumOff val="15000"/>
                      </a:srgbClr>
                    </a:solidFill>
                    <a:latin typeface="微软雅黑" panose="020B0503020204020204" charset="-122"/>
                    <a:cs typeface="微软雅黑" panose="020B0503020204020204" charset="-122"/>
                  </a:rPr>
                  <a:t>资源不足的设备上，将服务合并到浏览器进程中</a:t>
                </a:r>
              </a:p>
            </p:txBody>
          </p:sp>
        </p:grpSp>
      </p:grpSp>
      <p:pic>
        <p:nvPicPr>
          <p:cNvPr id="1026" name="Picture 2" descr="https://static001.geekbang.org/resource/image/ce/9e/ce7f8cfe212bec0f53360422e3b03a9e.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3865837" y="4418077"/>
            <a:ext cx="3038610" cy="1822634"/>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组合 21"/>
          <p:cNvGrpSpPr/>
          <p:nvPr/>
        </p:nvGrpSpPr>
        <p:grpSpPr>
          <a:xfrm>
            <a:off x="2912395" y="6711628"/>
            <a:ext cx="4259248" cy="1164174"/>
            <a:chOff x="1336675" y="3657600"/>
            <a:chExt cx="9518650" cy="2420468"/>
          </a:xfrm>
        </p:grpSpPr>
        <p:sp>
          <p:nvSpPr>
            <p:cNvPr id="23" name="椭圆 22">
              <a:extLst>
                <a:ext uri="{FF2B5EF4-FFF2-40B4-BE49-F238E27FC236}">
                  <a16:creationId xmlns:a16="http://schemas.microsoft.com/office/drawing/2014/main" id="{157E8D1D-801F-4CB0-84B9-234867DAF0B9}"/>
                </a:ext>
              </a:extLst>
            </p:cNvPr>
            <p:cNvSpPr/>
            <p:nvPr/>
          </p:nvSpPr>
          <p:spPr>
            <a:xfrm>
              <a:off x="1336675" y="3657600"/>
              <a:ext cx="9518650" cy="2420468"/>
            </a:xfrm>
            <a:prstGeom prst="ellipse">
              <a:avLst/>
            </a:prstGeom>
            <a:noFill/>
            <a:ln w="12700" cap="flat" cmpd="sng" algn="ctr">
              <a:gradFill>
                <a:gsLst>
                  <a:gs pos="0">
                    <a:sysClr val="window" lastClr="FFFFFF">
                      <a:alpha val="0"/>
                    </a:sysClr>
                  </a:gs>
                  <a:gs pos="100000">
                    <a:sysClr val="window" lastClr="FFFFFF">
                      <a:alpha val="27000"/>
                    </a:sysClr>
                  </a:gs>
                </a:gsLst>
                <a:lin ang="5400000" scaled="1"/>
              </a:gradFill>
              <a:prstDash val="solid"/>
              <a:miter lim="800000"/>
            </a:ln>
            <a:effectLst/>
          </p:spPr>
          <p:txBody>
            <a:bodyPr rtlCol="0" anchor="ctr"/>
            <a:lstStyle/>
            <a:p>
              <a:pPr algn="ctr"/>
              <a:endParaRPr lang="zh-CN" altLang="en-US" kern="0">
                <a:solidFill>
                  <a:prstClr val="white"/>
                </a:solidFill>
                <a:latin typeface="Microsoft YaHei UI" panose="020B0503020204020204" pitchFamily="34" charset="-122"/>
                <a:ea typeface="Microsoft YaHei UI" panose="020B0503020204020204" pitchFamily="34" charset="-122"/>
                <a:sym typeface="Microsoft YaHei UI" panose="020B0503020204020204" pitchFamily="34" charset="-122"/>
              </a:endParaRPr>
            </a:p>
          </p:txBody>
        </p:sp>
        <p:sp>
          <p:nvSpPr>
            <p:cNvPr id="24" name="椭圆 23">
              <a:extLst>
                <a:ext uri="{FF2B5EF4-FFF2-40B4-BE49-F238E27FC236}">
                  <a16:creationId xmlns:a16="http://schemas.microsoft.com/office/drawing/2014/main" id="{D45299E6-099E-4A9F-AE70-874CB12DA998}"/>
                </a:ext>
              </a:extLst>
            </p:cNvPr>
            <p:cNvSpPr/>
            <p:nvPr/>
          </p:nvSpPr>
          <p:spPr>
            <a:xfrm>
              <a:off x="4090134" y="4185314"/>
              <a:ext cx="4011733" cy="1118126"/>
            </a:xfrm>
            <a:prstGeom prst="ellipse">
              <a:avLst/>
            </a:prstGeom>
            <a:noFill/>
            <a:ln w="12700" cap="flat" cmpd="sng" algn="ctr">
              <a:gradFill>
                <a:gsLst>
                  <a:gs pos="0">
                    <a:sysClr val="window" lastClr="FFFFFF">
                      <a:alpha val="0"/>
                    </a:sysClr>
                  </a:gs>
                  <a:gs pos="100000">
                    <a:sysClr val="window" lastClr="FFFFFF">
                      <a:alpha val="27000"/>
                    </a:sysClr>
                  </a:gs>
                </a:gsLst>
                <a:lin ang="5400000" scaled="1"/>
              </a:gra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kern="0">
                <a:solidFill>
                  <a:prstClr val="white"/>
                </a:solidFill>
                <a:latin typeface="Microsoft YaHei UI" panose="020B0503020204020204" pitchFamily="34" charset="-122"/>
                <a:ea typeface="Microsoft YaHei UI" panose="020B0503020204020204" pitchFamily="34" charset="-122"/>
                <a:sym typeface="Microsoft YaHei UI" panose="020B0503020204020204" pitchFamily="34" charset="-122"/>
              </a:endParaRPr>
            </a:p>
          </p:txBody>
        </p:sp>
        <p:sp>
          <p:nvSpPr>
            <p:cNvPr id="25" name="椭圆 24">
              <a:extLst>
                <a:ext uri="{FF2B5EF4-FFF2-40B4-BE49-F238E27FC236}">
                  <a16:creationId xmlns:a16="http://schemas.microsoft.com/office/drawing/2014/main" id="{DE3333BC-9AFE-457F-A2FC-934D423BFDBA}"/>
                </a:ext>
              </a:extLst>
            </p:cNvPr>
            <p:cNvSpPr/>
            <p:nvPr/>
          </p:nvSpPr>
          <p:spPr>
            <a:xfrm>
              <a:off x="5321484" y="4512225"/>
              <a:ext cx="1549400" cy="464304"/>
            </a:xfrm>
            <a:prstGeom prst="ellipse">
              <a:avLst/>
            </a:prstGeom>
            <a:noFill/>
            <a:ln w="12700" cap="flat" cmpd="sng" algn="ctr">
              <a:gradFill>
                <a:gsLst>
                  <a:gs pos="0">
                    <a:sysClr val="window" lastClr="FFFFFF">
                      <a:alpha val="0"/>
                    </a:sysClr>
                  </a:gs>
                  <a:gs pos="100000">
                    <a:sysClr val="window" lastClr="FFFFFF">
                      <a:alpha val="27000"/>
                    </a:sysClr>
                  </a:gs>
                </a:gsLst>
                <a:lin ang="5400000" scaled="1"/>
              </a:gra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kern="0">
                <a:solidFill>
                  <a:prstClr val="white"/>
                </a:solidFill>
                <a:latin typeface="Microsoft YaHei UI" panose="020B0503020204020204" pitchFamily="34" charset="-122"/>
                <a:ea typeface="Microsoft YaHei UI" panose="020B0503020204020204" pitchFamily="34" charset="-122"/>
                <a:sym typeface="Microsoft YaHei UI" panose="020B0503020204020204" pitchFamily="34" charset="-122"/>
              </a:endParaRPr>
            </a:p>
          </p:txBody>
        </p:sp>
      </p:grpSp>
      <p:grpSp>
        <p:nvGrpSpPr>
          <p:cNvPr id="19" name="组合 18"/>
          <p:cNvGrpSpPr/>
          <p:nvPr/>
        </p:nvGrpSpPr>
        <p:grpSpPr>
          <a:xfrm>
            <a:off x="3706861" y="4084650"/>
            <a:ext cx="2978718" cy="2546029"/>
            <a:chOff x="3691691" y="4126035"/>
            <a:chExt cx="3356563" cy="2924900"/>
          </a:xfrm>
        </p:grpSpPr>
        <p:sp>
          <p:nvSpPr>
            <p:cNvPr id="20" name="椭圆 19">
              <a:extLst>
                <a:ext uri="{FF2B5EF4-FFF2-40B4-BE49-F238E27FC236}">
                  <a16:creationId xmlns:a16="http://schemas.microsoft.com/office/drawing/2014/main" id="{9CF4FEB2-A5EC-4879-9C85-374482DE0625}"/>
                </a:ext>
              </a:extLst>
            </p:cNvPr>
            <p:cNvSpPr/>
            <p:nvPr/>
          </p:nvSpPr>
          <p:spPr>
            <a:xfrm rot="21406248">
              <a:off x="3691691" y="4126035"/>
              <a:ext cx="3356563" cy="2924900"/>
            </a:xfrm>
            <a:prstGeom prst="ellipse">
              <a:avLst/>
            </a:prstGeom>
            <a:gradFill flip="none" rotWithShape="1">
              <a:gsLst>
                <a:gs pos="0">
                  <a:srgbClr val="18ECFF">
                    <a:alpha val="0"/>
                  </a:srgbClr>
                </a:gs>
                <a:gs pos="100000">
                  <a:srgbClr val="18ECFF">
                    <a:alpha val="10000"/>
                  </a:srgbClr>
                </a:gs>
              </a:gsLst>
              <a:lin ang="16200000" scaled="1"/>
              <a:tileRect/>
            </a:gradFill>
            <a:ln w="12700" cap="flat" cmpd="sng" algn="ctr">
              <a:gradFill>
                <a:gsLst>
                  <a:gs pos="0">
                    <a:srgbClr val="18ECFF">
                      <a:alpha val="50000"/>
                    </a:srgbClr>
                  </a:gs>
                  <a:gs pos="100000">
                    <a:srgbClr val="18ECFF">
                      <a:alpha val="0"/>
                    </a:srgbClr>
                  </a:gs>
                </a:gsLst>
                <a:lin ang="5400000" scaled="1"/>
              </a:gra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kern="0">
                <a:solidFill>
                  <a:prstClr val="white"/>
                </a:solidFill>
                <a:latin typeface="Microsoft YaHei UI" panose="020B0503020204020204" pitchFamily="34" charset="-122"/>
                <a:ea typeface="Microsoft YaHei UI" panose="020B0503020204020204" pitchFamily="34" charset="-122"/>
                <a:sym typeface="Microsoft YaHei UI" panose="020B0503020204020204" pitchFamily="34" charset="-122"/>
              </a:endParaRPr>
            </a:p>
          </p:txBody>
        </p:sp>
        <p:sp>
          <p:nvSpPr>
            <p:cNvPr id="21" name="椭圆 20">
              <a:extLst>
                <a:ext uri="{FF2B5EF4-FFF2-40B4-BE49-F238E27FC236}">
                  <a16:creationId xmlns:a16="http://schemas.microsoft.com/office/drawing/2014/main" id="{64FD72CB-0F44-4601-8C3A-3C281A75C276}"/>
                </a:ext>
              </a:extLst>
            </p:cNvPr>
            <p:cNvSpPr/>
            <p:nvPr/>
          </p:nvSpPr>
          <p:spPr>
            <a:xfrm rot="10687080">
              <a:off x="3833665" y="4234837"/>
              <a:ext cx="3135824" cy="2707295"/>
            </a:xfrm>
            <a:prstGeom prst="ellipse">
              <a:avLst/>
            </a:prstGeom>
            <a:gradFill flip="none" rotWithShape="1">
              <a:gsLst>
                <a:gs pos="73500">
                  <a:srgbClr val="18ECFF">
                    <a:alpha val="10000"/>
                  </a:srgbClr>
                </a:gs>
                <a:gs pos="0">
                  <a:srgbClr val="18ECFF">
                    <a:alpha val="50000"/>
                  </a:srgbClr>
                </a:gs>
                <a:gs pos="100000">
                  <a:srgbClr val="18ECFF">
                    <a:alpha val="0"/>
                  </a:srgbClr>
                </a:gs>
              </a:gsLst>
              <a:lin ang="16200000" scaled="1"/>
              <a:tileRect/>
            </a:gradFill>
            <a:ln w="12700" cap="flat" cmpd="sng" algn="ctr">
              <a:gradFill>
                <a:gsLst>
                  <a:gs pos="100000">
                    <a:srgbClr val="18ECFF"/>
                  </a:gs>
                  <a:gs pos="0">
                    <a:srgbClr val="18ECFF">
                      <a:alpha val="0"/>
                    </a:srgbClr>
                  </a:gs>
                </a:gsLst>
                <a:lin ang="5400000" scaled="1"/>
              </a:gradFill>
              <a:prstDash val="solid"/>
              <a:miter lim="800000"/>
            </a:ln>
            <a:effectLst>
              <a:outerShdw blurRad="63500" sx="102000" sy="102000" algn="ctr" rotWithShape="0">
                <a:prstClr val="black">
                  <a:alpha val="40000"/>
                </a:prstClr>
              </a:outerShdw>
            </a:effectLst>
          </p:spPr>
          <p:txBody>
            <a:bodyPr rtlCol="0" anchor="ctr"/>
            <a:lstStyle/>
            <a:p>
              <a:pPr algn="ctr"/>
              <a:endParaRPr lang="zh-CN" altLang="en-US" kern="0">
                <a:solidFill>
                  <a:prstClr val="white"/>
                </a:solidFill>
                <a:latin typeface="Microsoft YaHei UI" panose="020B0503020204020204" pitchFamily="34" charset="-122"/>
                <a:ea typeface="Microsoft YaHei UI" panose="020B0503020204020204" pitchFamily="34" charset="-122"/>
                <a:sym typeface="Microsoft YaHei UI" panose="020B0503020204020204" pitchFamily="34" charset="-122"/>
              </a:endParaRPr>
            </a:p>
          </p:txBody>
        </p:sp>
        <p:sp>
          <p:nvSpPr>
            <p:cNvPr id="26" name="矩形 25"/>
            <p:cNvSpPr/>
            <p:nvPr/>
          </p:nvSpPr>
          <p:spPr>
            <a:xfrm>
              <a:off x="5041251" y="5036079"/>
              <a:ext cx="670514" cy="388934"/>
            </a:xfrm>
            <a:prstGeom prst="rect">
              <a:avLst/>
            </a:prstGeom>
          </p:spPr>
          <p:txBody>
            <a:bodyPr wrap="none">
              <a:spAutoFit/>
            </a:bodyPr>
            <a:lstStyle/>
            <a:p>
              <a:r>
                <a:rPr lang="zh-CN" altLang="en-US" sz="1600" b="1">
                  <a:solidFill>
                    <a:schemeClr val="bg1"/>
                  </a:solidFill>
                  <a:latin typeface="微软雅黑"/>
                </a:rPr>
                <a:t>稳定</a:t>
              </a:r>
            </a:p>
          </p:txBody>
        </p:sp>
        <p:sp>
          <p:nvSpPr>
            <p:cNvPr id="27" name="矩形 26"/>
            <p:cNvSpPr/>
            <p:nvPr/>
          </p:nvSpPr>
          <p:spPr>
            <a:xfrm>
              <a:off x="4512004" y="5737660"/>
              <a:ext cx="670514" cy="388934"/>
            </a:xfrm>
            <a:prstGeom prst="rect">
              <a:avLst/>
            </a:prstGeom>
          </p:spPr>
          <p:txBody>
            <a:bodyPr wrap="none">
              <a:spAutoFit/>
            </a:bodyPr>
            <a:lstStyle/>
            <a:p>
              <a:r>
                <a:rPr lang="zh-CN" altLang="en-US" sz="1600" b="1">
                  <a:solidFill>
                    <a:schemeClr val="bg1"/>
                  </a:solidFill>
                  <a:latin typeface="微软雅黑"/>
                </a:rPr>
                <a:t>流畅</a:t>
              </a:r>
            </a:p>
          </p:txBody>
        </p:sp>
        <p:sp>
          <p:nvSpPr>
            <p:cNvPr id="28" name="矩形 27"/>
            <p:cNvSpPr/>
            <p:nvPr/>
          </p:nvSpPr>
          <p:spPr>
            <a:xfrm>
              <a:off x="5680270" y="5716209"/>
              <a:ext cx="670514" cy="388934"/>
            </a:xfrm>
            <a:prstGeom prst="rect">
              <a:avLst/>
            </a:prstGeom>
          </p:spPr>
          <p:txBody>
            <a:bodyPr wrap="none">
              <a:spAutoFit/>
            </a:bodyPr>
            <a:lstStyle/>
            <a:p>
              <a:r>
                <a:rPr lang="zh-CN" altLang="en-US" sz="1600" b="1">
                  <a:solidFill>
                    <a:schemeClr val="bg1"/>
                  </a:solidFill>
                  <a:latin typeface="微软雅黑"/>
                </a:rPr>
                <a:t>安全</a:t>
              </a: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nodeType="clickEffect">
                                  <p:stCondLst>
                                    <p:cond delay="0"/>
                                  </p:stCondLst>
                                  <p:childTnLst>
                                    <p:animMotion origin="layout" path="M -2.29167E-6 -4.81481E-6 L 0.00196 -0.20509 " pathEditMode="relative" rAng="0" ptsTypes="AA">
                                      <p:cBhvr>
                                        <p:cTn id="6" dur="500" fill="hold"/>
                                        <p:tgtEl>
                                          <p:spTgt spid="17"/>
                                        </p:tgtEl>
                                        <p:attrNameLst>
                                          <p:attrName>ppt_x</p:attrName>
                                          <p:attrName>ppt_y</p:attrName>
                                        </p:attrNameLst>
                                      </p:cBhvr>
                                      <p:rCtr x="91" y="-10255"/>
                                    </p:animMotion>
                                  </p:childTnLst>
                                </p:cTn>
                              </p:par>
                              <p:par>
                                <p:cTn id="7" presetID="42"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animEffect transition="in" filter="fade">
                                      <p:cBhvr>
                                        <p:cTn id="9" dur="250"/>
                                        <p:tgtEl>
                                          <p:spTgt spid="1026"/>
                                        </p:tgtEl>
                                      </p:cBhvr>
                                    </p:animEffect>
                                    <p:anim calcmode="lin" valueType="num">
                                      <p:cBhvr>
                                        <p:cTn id="10" dur="250" fill="hold"/>
                                        <p:tgtEl>
                                          <p:spTgt spid="1026"/>
                                        </p:tgtEl>
                                        <p:attrNameLst>
                                          <p:attrName>ppt_x</p:attrName>
                                        </p:attrNameLst>
                                      </p:cBhvr>
                                      <p:tavLst>
                                        <p:tav tm="0">
                                          <p:val>
                                            <p:strVal val="#ppt_x"/>
                                          </p:val>
                                        </p:tav>
                                        <p:tav tm="100000">
                                          <p:val>
                                            <p:strVal val="#ppt_x"/>
                                          </p:val>
                                        </p:tav>
                                      </p:tavLst>
                                    </p:anim>
                                    <p:anim calcmode="lin" valueType="num">
                                      <p:cBhvr>
                                        <p:cTn id="11" dur="25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nodeType="clickEffect">
                                  <p:stCondLst>
                                    <p:cond delay="0"/>
                                  </p:stCondLst>
                                  <p:childTnLst>
                                    <p:set>
                                      <p:cBhvr>
                                        <p:cTn id="15" dur="1" fill="hold">
                                          <p:stCondLst>
                                            <p:cond delay="249"/>
                                          </p:stCondLst>
                                        </p:cTn>
                                        <p:tgtEl>
                                          <p:spTgt spid="1026"/>
                                        </p:tgtEl>
                                        <p:attrNameLst>
                                          <p:attrName>style.visibility</p:attrName>
                                        </p:attrNameLst>
                                      </p:cBhvr>
                                      <p:to>
                                        <p:strVal val="hidden"/>
                                      </p:to>
                                    </p:set>
                                  </p:childTnLst>
                                </p:cTn>
                              </p:par>
                              <p:par>
                                <p:cTn id="16" presetID="2" presetClass="entr" presetSubtype="4"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 calcmode="lin" valueType="num">
                                      <p:cBhvr additive="base">
                                        <p:cTn id="18" dur="250" fill="hold"/>
                                        <p:tgtEl>
                                          <p:spTgt spid="19"/>
                                        </p:tgtEl>
                                        <p:attrNameLst>
                                          <p:attrName>ppt_x</p:attrName>
                                        </p:attrNameLst>
                                      </p:cBhvr>
                                      <p:tavLst>
                                        <p:tav tm="0">
                                          <p:val>
                                            <p:strVal val="#ppt_x"/>
                                          </p:val>
                                        </p:tav>
                                        <p:tav tm="100000">
                                          <p:val>
                                            <p:strVal val="#ppt_x"/>
                                          </p:val>
                                        </p:tav>
                                      </p:tavLst>
                                    </p:anim>
                                    <p:anim calcmode="lin" valueType="num">
                                      <p:cBhvr additive="base">
                                        <p:cTn id="19" dur="25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nodeType="clickEffect">
                                  <p:stCondLst>
                                    <p:cond delay="0"/>
                                  </p:stCondLst>
                                  <p:childTnLst>
                                    <p:set>
                                      <p:cBhvr>
                                        <p:cTn id="23" dur="1" fill="hold">
                                          <p:stCondLst>
                                            <p:cond delay="249"/>
                                          </p:stCondLst>
                                        </p:cTn>
                                        <p:tgtEl>
                                          <p:spTgt spid="19"/>
                                        </p:tgtEl>
                                        <p:attrNameLst>
                                          <p:attrName>style.visibility</p:attrName>
                                        </p:attrNameLst>
                                      </p:cBhvr>
                                      <p:to>
                                        <p:strVal val="hidden"/>
                                      </p:to>
                                    </p:set>
                                  </p:childTnLst>
                                </p:cTn>
                              </p:par>
                            </p:childTnLst>
                          </p:cTn>
                        </p:par>
                        <p:par>
                          <p:cTn id="24" fill="hold">
                            <p:stCondLst>
                              <p:cond delay="250"/>
                            </p:stCondLst>
                            <p:childTnLst>
                              <p:par>
                                <p:cTn id="25" presetID="42" presetClass="entr" presetSubtype="0" fill="hold"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10"/>
                                        <p:tgtEl>
                                          <p:spTgt spid="18"/>
                                        </p:tgtEl>
                                      </p:cBhvr>
                                    </p:animEffect>
                                    <p:anim calcmode="lin" valueType="num">
                                      <p:cBhvr>
                                        <p:cTn id="28" dur="10" fill="hold"/>
                                        <p:tgtEl>
                                          <p:spTgt spid="18"/>
                                        </p:tgtEl>
                                        <p:attrNameLst>
                                          <p:attrName>ppt_x</p:attrName>
                                        </p:attrNameLst>
                                      </p:cBhvr>
                                      <p:tavLst>
                                        <p:tav tm="0">
                                          <p:val>
                                            <p:strVal val="#ppt_x"/>
                                          </p:val>
                                        </p:tav>
                                        <p:tav tm="100000">
                                          <p:val>
                                            <p:strVal val="#ppt_x"/>
                                          </p:val>
                                        </p:tav>
                                      </p:tavLst>
                                    </p:anim>
                                    <p:anim calcmode="lin" valueType="num">
                                      <p:cBhvr>
                                        <p:cTn id="29" dur="1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7"/>
          <a:stretch>
            <a:fillRect/>
          </a:stretch>
        </p:blipFill>
        <p:spPr>
          <a:xfrm>
            <a:off x="834187" y="978670"/>
            <a:ext cx="7626342" cy="3192012"/>
          </a:xfrm>
          <a:prstGeom prst="rect">
            <a:avLst/>
          </a:prstGeom>
        </p:spPr>
      </p:pic>
      <p:sp>
        <p:nvSpPr>
          <p:cNvPr id="2" name="标题 1"/>
          <p:cNvSpPr>
            <a:spLocks noGrp="1"/>
          </p:cNvSpPr>
          <p:nvPr>
            <p:ph type="title"/>
          </p:nvPr>
        </p:nvSpPr>
        <p:spPr>
          <a:xfrm>
            <a:off x="591301" y="536706"/>
            <a:ext cx="10852237" cy="441964"/>
          </a:xfrm>
        </p:spPr>
        <p:txBody>
          <a:bodyPr/>
          <a:lstStyle/>
          <a:p>
            <a:r>
              <a:rPr dirty="0"/>
              <a:t>导航流程：从输入URL到页面展示这中间发生了什么</a:t>
            </a:r>
          </a:p>
        </p:txBody>
      </p:sp>
      <p:grpSp>
        <p:nvGrpSpPr>
          <p:cNvPr id="3" name="组合 2"/>
          <p:cNvGrpSpPr/>
          <p:nvPr/>
        </p:nvGrpSpPr>
        <p:grpSpPr>
          <a:xfrm>
            <a:off x="8321992" y="5169794"/>
            <a:ext cx="3536950" cy="1433830"/>
            <a:chOff x="434182" y="4564380"/>
            <a:chExt cx="3536950" cy="1433830"/>
          </a:xfrm>
        </p:grpSpPr>
        <p:pic>
          <p:nvPicPr>
            <p:cNvPr id="7" name="图片 6"/>
            <p:cNvPicPr>
              <a:picLocks noChangeAspect="1"/>
            </p:cNvPicPr>
            <p:nvPr/>
          </p:nvPicPr>
          <p:blipFill>
            <a:blip r:embed="rId8"/>
            <a:stretch>
              <a:fillRect/>
            </a:stretch>
          </p:blipFill>
          <p:spPr>
            <a:xfrm>
              <a:off x="434182" y="5010785"/>
              <a:ext cx="3536950" cy="987425"/>
            </a:xfrm>
            <a:prstGeom prst="rect">
              <a:avLst/>
            </a:prstGeom>
          </p:spPr>
        </p:pic>
        <p:sp>
          <p:nvSpPr>
            <p:cNvPr id="8" name="文本框 7"/>
            <p:cNvSpPr txBox="1"/>
            <p:nvPr>
              <p:custDataLst>
                <p:tags r:id="rId4"/>
              </p:custDataLst>
            </p:nvPr>
          </p:nvSpPr>
          <p:spPr bwMode="auto">
            <a:xfrm>
              <a:off x="434182" y="4564380"/>
              <a:ext cx="267779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0" anchor="b"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buFontTx/>
                <a:buNone/>
              </a:pPr>
              <a:r>
                <a:rPr lang="zh-CN" altLang="en-US" sz="1600" b="1" spc="3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输入关键字并按回车</a:t>
              </a:r>
            </a:p>
          </p:txBody>
        </p:sp>
      </p:grpSp>
      <p:pic>
        <p:nvPicPr>
          <p:cNvPr id="9" name="图片 8"/>
          <p:cNvPicPr>
            <a:picLocks noChangeAspect="1"/>
          </p:cNvPicPr>
          <p:nvPr/>
        </p:nvPicPr>
        <p:blipFill>
          <a:blip r:embed="rId9"/>
          <a:stretch>
            <a:fillRect/>
          </a:stretch>
        </p:blipFill>
        <p:spPr>
          <a:xfrm>
            <a:off x="834187" y="4226286"/>
            <a:ext cx="5656103" cy="2095008"/>
          </a:xfrm>
          <a:prstGeom prst="rect">
            <a:avLst/>
          </a:prstGeom>
        </p:spPr>
      </p:pic>
      <p:grpSp>
        <p:nvGrpSpPr>
          <p:cNvPr id="11" name="组合 10"/>
          <p:cNvGrpSpPr/>
          <p:nvPr/>
        </p:nvGrpSpPr>
        <p:grpSpPr>
          <a:xfrm>
            <a:off x="7988935" y="3004284"/>
            <a:ext cx="4203065" cy="1664378"/>
            <a:chOff x="4213225" y="4419557"/>
            <a:chExt cx="4203065" cy="1664378"/>
          </a:xfrm>
        </p:grpSpPr>
        <p:pic>
          <p:nvPicPr>
            <p:cNvPr id="5" name="图片 4"/>
            <p:cNvPicPr>
              <a:picLocks noChangeAspect="1"/>
            </p:cNvPicPr>
            <p:nvPr/>
          </p:nvPicPr>
          <p:blipFill>
            <a:blip r:embed="rId10"/>
            <a:stretch>
              <a:fillRect/>
            </a:stretch>
          </p:blipFill>
          <p:spPr>
            <a:xfrm>
              <a:off x="4213225" y="4625975"/>
              <a:ext cx="4203065" cy="1457960"/>
            </a:xfrm>
            <a:prstGeom prst="rect">
              <a:avLst/>
            </a:prstGeom>
          </p:spPr>
        </p:pic>
        <p:sp>
          <p:nvSpPr>
            <p:cNvPr id="10" name="文本框 9"/>
            <p:cNvSpPr txBox="1"/>
            <p:nvPr>
              <p:custDataLst>
                <p:tags r:id="rId3"/>
              </p:custDataLst>
            </p:nvPr>
          </p:nvSpPr>
          <p:spPr bwMode="auto">
            <a:xfrm>
              <a:off x="4529932" y="4419557"/>
              <a:ext cx="267779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0" anchor="b"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buFontTx/>
                <a:buNone/>
              </a:pPr>
              <a:r>
                <a:rPr lang="zh-CN" altLang="en-US" sz="1600" b="1" spc="3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确认文档提交</a:t>
              </a:r>
            </a:p>
          </p:txBody>
        </p:sp>
      </p:grpSp>
      <p:grpSp>
        <p:nvGrpSpPr>
          <p:cNvPr id="13" name="组合 12"/>
          <p:cNvGrpSpPr/>
          <p:nvPr/>
        </p:nvGrpSpPr>
        <p:grpSpPr>
          <a:xfrm>
            <a:off x="8305642" y="1037725"/>
            <a:ext cx="3665855" cy="1435418"/>
            <a:chOff x="8416290" y="4562792"/>
            <a:chExt cx="3665855" cy="1435418"/>
          </a:xfrm>
        </p:grpSpPr>
        <p:pic>
          <p:nvPicPr>
            <p:cNvPr id="6" name="图片 5"/>
            <p:cNvPicPr>
              <a:picLocks noChangeAspect="1"/>
            </p:cNvPicPr>
            <p:nvPr/>
          </p:nvPicPr>
          <p:blipFill>
            <a:blip r:embed="rId11"/>
            <a:stretch>
              <a:fillRect/>
            </a:stretch>
          </p:blipFill>
          <p:spPr>
            <a:xfrm>
              <a:off x="8416290" y="4951730"/>
              <a:ext cx="3665855" cy="1046480"/>
            </a:xfrm>
            <a:prstGeom prst="rect">
              <a:avLst/>
            </a:prstGeom>
          </p:spPr>
        </p:pic>
        <p:sp>
          <p:nvSpPr>
            <p:cNvPr id="12" name="文本框 11"/>
            <p:cNvSpPr txBox="1"/>
            <p:nvPr>
              <p:custDataLst>
                <p:tags r:id="rId2"/>
              </p:custDataLst>
            </p:nvPr>
          </p:nvSpPr>
          <p:spPr bwMode="auto">
            <a:xfrm>
              <a:off x="8502015" y="4562792"/>
              <a:ext cx="2677795"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0" anchor="b" anchorCtr="0">
              <a:norm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a:lnSpc>
                  <a:spcPct val="120000"/>
                </a:lnSpc>
                <a:spcBef>
                  <a:spcPct val="0"/>
                </a:spcBef>
                <a:buFontTx/>
                <a:buNone/>
              </a:pPr>
              <a:r>
                <a:rPr lang="zh-CN" altLang="en-US" sz="1600" b="1" spc="3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rPr>
                <a:t>页面生成</a:t>
              </a:r>
            </a:p>
          </p:txBody>
        </p:sp>
      </p:gr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4" presetClass="path" presetSubtype="0" accel="50000" decel="50000" fill="hold" nodeType="withEffect">
                                  <p:stCondLst>
                                    <p:cond delay="0"/>
                                  </p:stCondLst>
                                  <p:childTnLst>
                                    <p:animMotion origin="layout" path="M -2.70833E-6 -4.07407E-6 L -0.00078 -0.19398 " pathEditMode="relative" rAng="0" ptsTypes="AA">
                                      <p:cBhvr>
                                        <p:cTn id="6" dur="250" fill="hold"/>
                                        <p:tgtEl>
                                          <p:spTgt spid="4"/>
                                        </p:tgtEl>
                                        <p:attrNameLst>
                                          <p:attrName>ppt_x</p:attrName>
                                          <p:attrName>ppt_y</p:attrName>
                                        </p:attrNameLst>
                                      </p:cBhvr>
                                      <p:rCtr x="-39" y="-9699"/>
                                    </p:animMotion>
                                  </p:childTnLst>
                                </p:cTn>
                              </p:par>
                            </p:childTnLst>
                          </p:cTn>
                        </p:par>
                        <p:par>
                          <p:cTn id="7" fill="hold">
                            <p:stCondLst>
                              <p:cond delay="250"/>
                            </p:stCondLst>
                            <p:childTnLst>
                              <p:par>
                                <p:cTn id="8" presetID="42"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50"/>
                                        <p:tgtEl>
                                          <p:spTgt spid="3"/>
                                        </p:tgtEl>
                                      </p:cBhvr>
                                    </p:animEffect>
                                    <p:anim calcmode="lin" valueType="num">
                                      <p:cBhvr>
                                        <p:cTn id="11" dur="250" fill="hold"/>
                                        <p:tgtEl>
                                          <p:spTgt spid="3"/>
                                        </p:tgtEl>
                                        <p:attrNameLst>
                                          <p:attrName>ppt_x</p:attrName>
                                        </p:attrNameLst>
                                      </p:cBhvr>
                                      <p:tavLst>
                                        <p:tav tm="0">
                                          <p:val>
                                            <p:strVal val="#ppt_x"/>
                                          </p:val>
                                        </p:tav>
                                        <p:tav tm="100000">
                                          <p:val>
                                            <p:strVal val="#ppt_x"/>
                                          </p:val>
                                        </p:tav>
                                      </p:tavLst>
                                    </p:anim>
                                    <p:anim calcmode="lin" valueType="num">
                                      <p:cBhvr>
                                        <p:cTn id="12" dur="25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par>
                                <p:cTn id="19" presetID="1" presetClass="exit" presetSubtype="0" fill="hold" nodeType="withEffect">
                                  <p:stCondLst>
                                    <p:cond delay="0"/>
                                  </p:stCondLst>
                                  <p:childTnLst>
                                    <p:set>
                                      <p:cBhvr>
                                        <p:cTn id="20" dur="1" fill="hold">
                                          <p:stCondLst>
                                            <p:cond delay="0"/>
                                          </p:stCondLst>
                                        </p:cTn>
                                        <p:tgtEl>
                                          <p:spTgt spid="3"/>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9"/>
                                        </p:tgtEl>
                                        <p:attrNameLst>
                                          <p:attrName>style.visibility</p:attrName>
                                        </p:attrNameLst>
                                      </p:cBhvr>
                                      <p:to>
                                        <p:strVal val="hidden"/>
                                      </p:to>
                                    </p:set>
                                  </p:childTnLst>
                                </p:cTn>
                              </p:par>
                              <p:par>
                                <p:cTn id="25" presetID="2" presetClass="entr" presetSubtype="4"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ppt_x"/>
                                          </p:val>
                                        </p:tav>
                                        <p:tav tm="100000">
                                          <p:val>
                                            <p:strVal val="#ppt_x"/>
                                          </p:val>
                                        </p:tav>
                                      </p:tavLst>
                                    </p:anim>
                                    <p:anim calcmode="lin" valueType="num">
                                      <p:cBhvr additive="base">
                                        <p:cTn id="2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ppt_x"/>
                                          </p:val>
                                        </p:tav>
                                        <p:tav tm="100000">
                                          <p:val>
                                            <p:strVal val="#ppt_x"/>
                                          </p:val>
                                        </p:tav>
                                      </p:tavLst>
                                    </p:anim>
                                    <p:anim calcmode="lin" valueType="num">
                                      <p:cBhvr additive="base">
                                        <p:cTn id="34" dur="500" fill="hold"/>
                                        <p:tgtEl>
                                          <p:spTgt spid="13"/>
                                        </p:tgtEl>
                                        <p:attrNameLst>
                                          <p:attrName>ppt_y</p:attrName>
                                        </p:attrNameLst>
                                      </p:cBhvr>
                                      <p:tavLst>
                                        <p:tav tm="0">
                                          <p:val>
                                            <p:strVal val="1+#ppt_h/2"/>
                                          </p:val>
                                        </p:tav>
                                        <p:tav tm="100000">
                                          <p:val>
                                            <p:strVal val="#ppt_y"/>
                                          </p:val>
                                        </p:tav>
                                      </p:tavLst>
                                    </p:anim>
                                  </p:childTnLst>
                                </p:cTn>
                              </p:par>
                              <p:par>
                                <p:cTn id="35" presetID="1" presetClass="exit" presetSubtype="0" fill="hold" nodeType="withEffect">
                                  <p:stCondLst>
                                    <p:cond delay="0"/>
                                  </p:stCondLst>
                                  <p:childTnLst>
                                    <p:set>
                                      <p:cBhvr>
                                        <p:cTn id="36"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DNS</a:t>
            </a:r>
            <a:r>
              <a:rPr altLang="zh-CN"/>
              <a:t>解析</a:t>
            </a:r>
          </a:p>
        </p:txBody>
      </p:sp>
      <p:pic>
        <p:nvPicPr>
          <p:cNvPr id="6" name="图片 5"/>
          <p:cNvPicPr>
            <a:picLocks noChangeAspect="1"/>
          </p:cNvPicPr>
          <p:nvPr/>
        </p:nvPicPr>
        <p:blipFill>
          <a:blip r:embed="rId4"/>
          <a:stretch>
            <a:fillRect/>
          </a:stretch>
        </p:blipFill>
        <p:spPr>
          <a:xfrm>
            <a:off x="605280" y="2632497"/>
            <a:ext cx="5357432" cy="2425726"/>
          </a:xfrm>
          <a:prstGeom prst="rect">
            <a:avLst/>
          </a:prstGeom>
        </p:spPr>
      </p:pic>
      <p:pic>
        <p:nvPicPr>
          <p:cNvPr id="2050" name="Picture 2" descr="http://www.uml.org.cn/xjs/images/2022030847.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1723001"/>
            <a:ext cx="5470206" cy="3942004"/>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1516266" y="1723001"/>
            <a:ext cx="569470" cy="3249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y.</a:t>
            </a:r>
            <a:endParaRPr lang="zh-CN" altLang="en-US"/>
          </a:p>
        </p:txBody>
      </p:sp>
      <p:sp>
        <p:nvSpPr>
          <p:cNvPr id="8" name="矩形 7"/>
          <p:cNvSpPr/>
          <p:nvPr/>
        </p:nvSpPr>
        <p:spPr>
          <a:xfrm>
            <a:off x="2160970" y="1723001"/>
            <a:ext cx="569470" cy="3249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abc.</a:t>
            </a:r>
            <a:endParaRPr lang="zh-CN" altLang="en-US"/>
          </a:p>
        </p:txBody>
      </p:sp>
      <p:sp>
        <p:nvSpPr>
          <p:cNvPr id="9" name="矩形 8"/>
          <p:cNvSpPr/>
          <p:nvPr/>
        </p:nvSpPr>
        <p:spPr>
          <a:xfrm>
            <a:off x="2805674" y="1723001"/>
            <a:ext cx="679666" cy="3249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com</a:t>
            </a:r>
            <a:endParaRPr lang="zh-CN" altLang="en-US"/>
          </a:p>
        </p:txBody>
      </p:sp>
      <p:sp>
        <p:nvSpPr>
          <p:cNvPr id="10" name="矩形 9"/>
          <p:cNvSpPr/>
          <p:nvPr/>
        </p:nvSpPr>
        <p:spPr>
          <a:xfrm>
            <a:off x="3560574" y="1723001"/>
            <a:ext cx="569470" cy="3249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a:t>
            </a:r>
            <a:endParaRPr lang="zh-CN"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62793" y="236315"/>
            <a:ext cx="10852237" cy="441964"/>
          </a:xfrm>
        </p:spPr>
        <p:txBody>
          <a:bodyPr/>
          <a:lstStyle/>
          <a:p>
            <a:r>
              <a:rPr lang="zh-CN" altLang="en-US"/>
              <a:t>数据包发送过程</a:t>
            </a:r>
            <a:r>
              <a:rPr lang="en-US" altLang="zh-CN"/>
              <a:t> </a:t>
            </a:r>
            <a:endParaRPr altLang="zh-CN"/>
          </a:p>
        </p:txBody>
      </p:sp>
      <p:pic>
        <p:nvPicPr>
          <p:cNvPr id="9" name="图片 8"/>
          <p:cNvPicPr>
            <a:picLocks noChangeAspect="1"/>
          </p:cNvPicPr>
          <p:nvPr/>
        </p:nvPicPr>
        <p:blipFill>
          <a:blip r:embed="rId4"/>
          <a:stretch>
            <a:fillRect/>
          </a:stretch>
        </p:blipFill>
        <p:spPr>
          <a:xfrm>
            <a:off x="1061123" y="1683927"/>
            <a:ext cx="4630223" cy="4702009"/>
          </a:xfrm>
          <a:prstGeom prst="rect">
            <a:avLst/>
          </a:prstGeom>
        </p:spPr>
      </p:pic>
      <p:pic>
        <p:nvPicPr>
          <p:cNvPr id="6" name="Picture 2" descr="https://gimg2.baidu.com/image_search/src=http%3A%2F%2Fwww.pianshen.com%2Fimages%2F704%2Fdf7c55b3b361b236f96f3dcc70d767c8.png&amp;refer=http%3A%2F%2Fwww.pianshen.com&amp;app=2002&amp;size=f9999,10000&amp;q=a80&amp;n=0&amp;g=0n&amp;fmt=auto?sec=1663212063&amp;t=4f7fb8d3ecb7215cac00e9cbaf15742d"/>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06439" y="678279"/>
            <a:ext cx="4147068" cy="204113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s://ask.qcloudimg.com/http-save/yehe-7134177/ctyhjn83hk.jpeg?imageView2/2/w/162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613577" y="2976248"/>
            <a:ext cx="3234942" cy="329369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9910" y="437257"/>
            <a:ext cx="10852237" cy="441964"/>
          </a:xfrm>
        </p:spPr>
        <p:txBody>
          <a:bodyPr/>
          <a:lstStyle/>
          <a:p>
            <a:r>
              <a:t>浏览器缓存</a:t>
            </a:r>
          </a:p>
        </p:txBody>
      </p:sp>
      <p:pic>
        <p:nvPicPr>
          <p:cNvPr id="4" name="图片 3"/>
          <p:cNvPicPr>
            <a:picLocks noChangeAspect="1"/>
          </p:cNvPicPr>
          <p:nvPr>
            <p:custDataLst>
              <p:tags r:id="rId2"/>
            </p:custDataLst>
          </p:nvPr>
        </p:nvPicPr>
        <p:blipFill>
          <a:blip r:embed="rId5"/>
          <a:stretch>
            <a:fillRect/>
          </a:stretch>
        </p:blipFill>
        <p:spPr>
          <a:xfrm>
            <a:off x="549910" y="1320800"/>
            <a:ext cx="4812030" cy="2190750"/>
          </a:xfrm>
          <a:prstGeom prst="rect">
            <a:avLst/>
          </a:prstGeom>
        </p:spPr>
      </p:pic>
      <p:pic>
        <p:nvPicPr>
          <p:cNvPr id="6" name="图片 5"/>
          <p:cNvPicPr>
            <a:picLocks noChangeAspect="1"/>
          </p:cNvPicPr>
          <p:nvPr/>
        </p:nvPicPr>
        <p:blipFill>
          <a:blip r:embed="rId6"/>
          <a:stretch>
            <a:fillRect/>
          </a:stretch>
        </p:blipFill>
        <p:spPr>
          <a:xfrm>
            <a:off x="549910" y="4110067"/>
            <a:ext cx="4945199" cy="1814707"/>
          </a:xfrm>
          <a:prstGeom prst="rect">
            <a:avLst/>
          </a:prstGeom>
        </p:spPr>
      </p:pic>
      <p:pic>
        <p:nvPicPr>
          <p:cNvPr id="8" name="图片 7"/>
          <p:cNvPicPr>
            <a:picLocks noChangeAspect="1"/>
          </p:cNvPicPr>
          <p:nvPr/>
        </p:nvPicPr>
        <p:blipFill>
          <a:blip r:embed="rId7"/>
          <a:stretch>
            <a:fillRect/>
          </a:stretch>
        </p:blipFill>
        <p:spPr>
          <a:xfrm>
            <a:off x="6453283" y="5017421"/>
            <a:ext cx="3979586" cy="1497359"/>
          </a:xfrm>
          <a:prstGeom prst="rect">
            <a:avLst/>
          </a:prstGeom>
        </p:spPr>
      </p:pic>
      <p:sp>
        <p:nvSpPr>
          <p:cNvPr id="3" name="AutoShape 2" descr="浏览器缓存判断流程"/>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9" name="图片 8"/>
          <p:cNvPicPr>
            <a:picLocks noChangeAspect="1"/>
          </p:cNvPicPr>
          <p:nvPr/>
        </p:nvPicPr>
        <p:blipFill>
          <a:blip r:embed="rId8"/>
          <a:stretch>
            <a:fillRect/>
          </a:stretch>
        </p:blipFill>
        <p:spPr>
          <a:xfrm>
            <a:off x="6261974" y="160338"/>
            <a:ext cx="4911403" cy="4698085"/>
          </a:xfrm>
          <a:prstGeom prst="rect">
            <a:avLst/>
          </a:prstGeom>
        </p:spPr>
      </p:pic>
      <p:sp>
        <p:nvSpPr>
          <p:cNvPr id="10" name="矩形 9"/>
          <p:cNvSpPr/>
          <p:nvPr/>
        </p:nvSpPr>
        <p:spPr>
          <a:xfrm>
            <a:off x="9963284" y="4388160"/>
            <a:ext cx="1105988" cy="4702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渲染阶段：渲染流水线</a:t>
            </a:r>
            <a:endParaRPr altLang="zh-CN"/>
          </a:p>
        </p:txBody>
      </p:sp>
      <p:pic>
        <p:nvPicPr>
          <p:cNvPr id="3" name="图片 2"/>
          <p:cNvPicPr>
            <a:picLocks noChangeAspect="1"/>
          </p:cNvPicPr>
          <p:nvPr/>
        </p:nvPicPr>
        <p:blipFill>
          <a:blip r:embed="rId4"/>
          <a:stretch>
            <a:fillRect/>
          </a:stretch>
        </p:blipFill>
        <p:spPr>
          <a:xfrm>
            <a:off x="2428938" y="1163177"/>
            <a:ext cx="7334124" cy="4785775"/>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5892472" y="682145"/>
            <a:ext cx="5287425" cy="3078846"/>
            <a:chOff x="5892472" y="664216"/>
            <a:chExt cx="5287425" cy="3078846"/>
          </a:xfrm>
        </p:grpSpPr>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000" y="1336526"/>
              <a:ext cx="4520171" cy="2406536"/>
            </a:xfrm>
            <a:prstGeom prst="rect">
              <a:avLst/>
            </a:prstGeom>
          </p:spPr>
        </p:pic>
        <p:pic>
          <p:nvPicPr>
            <p:cNvPr id="10" name="图片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92472" y="664216"/>
              <a:ext cx="5287425" cy="699125"/>
            </a:xfrm>
            <a:prstGeom prst="rect">
              <a:avLst/>
            </a:prstGeom>
          </p:spPr>
        </p:pic>
      </p:grpSp>
      <p:pic>
        <p:nvPicPr>
          <p:cNvPr id="5" name="图片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9882" y="1218355"/>
            <a:ext cx="3995250" cy="1976634"/>
          </a:xfrm>
          <a:prstGeom prst="rect">
            <a:avLst/>
          </a:prstGeom>
        </p:spPr>
      </p:pic>
      <p:sp>
        <p:nvSpPr>
          <p:cNvPr id="2" name="标题 1"/>
          <p:cNvSpPr>
            <a:spLocks noGrp="1"/>
          </p:cNvSpPr>
          <p:nvPr>
            <p:ph type="title"/>
          </p:nvPr>
        </p:nvSpPr>
        <p:spPr/>
        <p:txBody>
          <a:bodyPr/>
          <a:lstStyle/>
          <a:p>
            <a:r>
              <a:rPr lang="zh-CN" altLang="en-US"/>
              <a:t>渲染阶段：</a:t>
            </a:r>
            <a:r>
              <a:rPr lang="en-US" altLang="zh-CN"/>
              <a:t>DOM</a:t>
            </a:r>
            <a:r>
              <a:rPr lang="zh-CN" altLang="en-US"/>
              <a:t>树</a:t>
            </a:r>
            <a:endParaRPr lang="en-US" altLang="zh-CN"/>
          </a:p>
        </p:txBody>
      </p:sp>
      <p:pic>
        <p:nvPicPr>
          <p:cNvPr id="11" name="图片 10"/>
          <p:cNvPicPr>
            <a:picLocks noChangeAspect="1"/>
          </p:cNvPicPr>
          <p:nvPr/>
        </p:nvPicPr>
        <p:blipFill>
          <a:blip r:embed="rId7"/>
          <a:stretch>
            <a:fillRect/>
          </a:stretch>
        </p:blipFill>
        <p:spPr>
          <a:xfrm>
            <a:off x="7397211" y="4207334"/>
            <a:ext cx="2607402" cy="2222786"/>
          </a:xfrm>
          <a:prstGeom prst="rect">
            <a:avLst/>
          </a:prstGeom>
        </p:spPr>
      </p:pic>
      <p:grpSp>
        <p:nvGrpSpPr>
          <p:cNvPr id="15" name="组合 14"/>
          <p:cNvGrpSpPr/>
          <p:nvPr/>
        </p:nvGrpSpPr>
        <p:grpSpPr>
          <a:xfrm>
            <a:off x="385604" y="3842416"/>
            <a:ext cx="5710396" cy="2257743"/>
            <a:chOff x="5977526" y="4092398"/>
            <a:chExt cx="5710396" cy="2257743"/>
          </a:xfrm>
        </p:grpSpPr>
        <p:pic>
          <p:nvPicPr>
            <p:cNvPr id="12" name="图片 11"/>
            <p:cNvPicPr>
              <a:picLocks noChangeAspect="1"/>
            </p:cNvPicPr>
            <p:nvPr/>
          </p:nvPicPr>
          <p:blipFill>
            <a:blip r:embed="rId8"/>
            <a:stretch>
              <a:fillRect/>
            </a:stretch>
          </p:blipFill>
          <p:spPr>
            <a:xfrm>
              <a:off x="5977526" y="4221205"/>
              <a:ext cx="3992235" cy="1957600"/>
            </a:xfrm>
            <a:prstGeom prst="rect">
              <a:avLst/>
            </a:prstGeom>
          </p:spPr>
        </p:pic>
        <p:pic>
          <p:nvPicPr>
            <p:cNvPr id="13" name="图片 12"/>
            <p:cNvPicPr>
              <a:picLocks noChangeAspect="1"/>
            </p:cNvPicPr>
            <p:nvPr/>
          </p:nvPicPr>
          <p:blipFill>
            <a:blip r:embed="rId9"/>
            <a:stretch>
              <a:fillRect/>
            </a:stretch>
          </p:blipFill>
          <p:spPr>
            <a:xfrm>
              <a:off x="9953667" y="4092398"/>
              <a:ext cx="1734255" cy="2257743"/>
            </a:xfrm>
            <a:prstGeom prst="rect">
              <a:avLst/>
            </a:prstGeom>
          </p:spPr>
        </p:pic>
      </p:gr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10713" y="402817"/>
            <a:ext cx="10852237" cy="441964"/>
          </a:xfrm>
        </p:spPr>
        <p:txBody>
          <a:bodyPr/>
          <a:lstStyle/>
          <a:p>
            <a:r>
              <a:rPr lang="zh-CN" altLang="en-US"/>
              <a:t>渲染阶段：</a:t>
            </a:r>
            <a:r>
              <a:rPr lang="en-US" altLang="zh-CN"/>
              <a:t>CSSOM</a:t>
            </a:r>
            <a:r>
              <a:rPr lang="zh-CN" altLang="en-US"/>
              <a:t>树</a:t>
            </a:r>
            <a:endParaRPr lang="en-US" altLang="zh-CN"/>
          </a:p>
        </p:txBody>
      </p:sp>
      <p:grpSp>
        <p:nvGrpSpPr>
          <p:cNvPr id="13" name="组合 12"/>
          <p:cNvGrpSpPr/>
          <p:nvPr/>
        </p:nvGrpSpPr>
        <p:grpSpPr>
          <a:xfrm>
            <a:off x="245824" y="1240487"/>
            <a:ext cx="6835710" cy="2235586"/>
            <a:chOff x="206298" y="1019130"/>
            <a:chExt cx="6835710" cy="2235586"/>
          </a:xfrm>
        </p:grpSpPr>
        <p:pic>
          <p:nvPicPr>
            <p:cNvPr id="11" name="图片 10"/>
            <p:cNvPicPr>
              <a:picLocks noChangeAspect="1"/>
            </p:cNvPicPr>
            <p:nvPr/>
          </p:nvPicPr>
          <p:blipFill>
            <a:blip r:embed="rId4"/>
            <a:stretch>
              <a:fillRect/>
            </a:stretch>
          </p:blipFill>
          <p:spPr>
            <a:xfrm>
              <a:off x="206298" y="1319091"/>
              <a:ext cx="3706670" cy="1898776"/>
            </a:xfrm>
            <a:prstGeom prst="rect">
              <a:avLst/>
            </a:prstGeom>
          </p:spPr>
        </p:pic>
        <p:pic>
          <p:nvPicPr>
            <p:cNvPr id="9" name="图片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19435" y="1543969"/>
              <a:ext cx="3322573" cy="1710747"/>
            </a:xfrm>
            <a:prstGeom prst="rect">
              <a:avLst/>
            </a:prstGeom>
          </p:spPr>
        </p:pic>
        <p:sp>
          <p:nvSpPr>
            <p:cNvPr id="12" name="矩形 11"/>
            <p:cNvSpPr/>
            <p:nvPr/>
          </p:nvSpPr>
          <p:spPr>
            <a:xfrm>
              <a:off x="410713" y="1019130"/>
              <a:ext cx="3248005" cy="307777"/>
            </a:xfrm>
            <a:prstGeom prst="rect">
              <a:avLst/>
            </a:prstGeom>
          </p:spPr>
          <p:txBody>
            <a:bodyPr wrap="none">
              <a:spAutoFit/>
            </a:bodyPr>
            <a:lstStyle/>
            <a:p>
              <a:r>
                <a:rPr lang="en-US" altLang="zh-CN" sz="1400" b="1">
                  <a:latin typeface="+mn-ea"/>
                </a:rPr>
                <a:t>1. </a:t>
              </a:r>
              <a:r>
                <a:rPr lang="zh-CN" altLang="en-US" sz="1400" b="1">
                  <a:latin typeface="+mn-ea"/>
                </a:rPr>
                <a:t>把</a:t>
              </a:r>
              <a:r>
                <a:rPr lang="en-US" altLang="zh-CN" sz="1400" b="1">
                  <a:latin typeface="+mn-ea"/>
                </a:rPr>
                <a:t>CSS</a:t>
              </a:r>
              <a:r>
                <a:rPr lang="zh-CN" altLang="en-US" sz="1400" b="1">
                  <a:latin typeface="+mn-ea"/>
                </a:rPr>
                <a:t>转换为浏览器能够理解的结构</a:t>
              </a:r>
              <a:endParaRPr lang="zh-CN" altLang="en-US" sz="1400" b="1" i="0">
                <a:effectLst/>
                <a:latin typeface="+mn-ea"/>
              </a:endParaRPr>
            </a:p>
          </p:txBody>
        </p:sp>
      </p:grpSp>
      <p:grpSp>
        <p:nvGrpSpPr>
          <p:cNvPr id="16" name="组合 15"/>
          <p:cNvGrpSpPr/>
          <p:nvPr/>
        </p:nvGrpSpPr>
        <p:grpSpPr>
          <a:xfrm>
            <a:off x="527997" y="4494793"/>
            <a:ext cx="6233028" cy="1506686"/>
            <a:chOff x="129234" y="3865727"/>
            <a:chExt cx="6233028" cy="1506686"/>
          </a:xfrm>
        </p:grpSpPr>
        <p:grpSp>
          <p:nvGrpSpPr>
            <p:cNvPr id="14" name="组合 13"/>
            <p:cNvGrpSpPr/>
            <p:nvPr/>
          </p:nvGrpSpPr>
          <p:grpSpPr>
            <a:xfrm>
              <a:off x="129234" y="4127096"/>
              <a:ext cx="6233028" cy="1245317"/>
              <a:chOff x="180383" y="3963135"/>
              <a:chExt cx="6233028" cy="1245317"/>
            </a:xfrm>
          </p:grpSpPr>
          <p:pic>
            <p:nvPicPr>
              <p:cNvPr id="5" name="图片 4"/>
              <p:cNvPicPr>
                <a:picLocks noChangeAspect="1"/>
              </p:cNvPicPr>
              <p:nvPr/>
            </p:nvPicPr>
            <p:blipFill>
              <a:blip r:embed="rId6"/>
              <a:stretch>
                <a:fillRect/>
              </a:stretch>
            </p:blipFill>
            <p:spPr>
              <a:xfrm>
                <a:off x="2303144" y="3963135"/>
                <a:ext cx="4110267" cy="1245317"/>
              </a:xfrm>
              <a:prstGeom prst="rect">
                <a:avLst/>
              </a:prstGeom>
            </p:spPr>
          </p:pic>
          <p:pic>
            <p:nvPicPr>
              <p:cNvPr id="10" name="图片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80383" y="4191209"/>
                <a:ext cx="2392549" cy="957020"/>
              </a:xfrm>
              <a:prstGeom prst="rect">
                <a:avLst/>
              </a:prstGeom>
            </p:spPr>
          </p:pic>
        </p:grpSp>
        <p:sp>
          <p:nvSpPr>
            <p:cNvPr id="15" name="矩形 14"/>
            <p:cNvSpPr/>
            <p:nvPr/>
          </p:nvSpPr>
          <p:spPr>
            <a:xfrm>
              <a:off x="129234" y="3865727"/>
              <a:ext cx="3272050" cy="307777"/>
            </a:xfrm>
            <a:prstGeom prst="rect">
              <a:avLst/>
            </a:prstGeom>
          </p:spPr>
          <p:txBody>
            <a:bodyPr wrap="none">
              <a:spAutoFit/>
            </a:bodyPr>
            <a:lstStyle/>
            <a:p>
              <a:r>
                <a:rPr lang="en-US" altLang="zh-CN" sz="1400" b="1">
                  <a:latin typeface="+mn-ea"/>
                </a:rPr>
                <a:t>2. </a:t>
              </a:r>
              <a:r>
                <a:rPr lang="zh-CN" altLang="en-US" sz="1400" b="1">
                  <a:latin typeface="+mn-ea"/>
                </a:rPr>
                <a:t>转换样式表中的属性值，使其标准化</a:t>
              </a:r>
              <a:endParaRPr lang="zh-CN" altLang="en-US" sz="1400" b="1" i="0">
                <a:effectLst/>
                <a:latin typeface="+mn-ea"/>
              </a:endParaRPr>
            </a:p>
          </p:txBody>
        </p:sp>
      </p:grpSp>
      <p:grpSp>
        <p:nvGrpSpPr>
          <p:cNvPr id="19" name="组合 18"/>
          <p:cNvGrpSpPr/>
          <p:nvPr/>
        </p:nvGrpSpPr>
        <p:grpSpPr>
          <a:xfrm>
            <a:off x="7821336" y="1317789"/>
            <a:ext cx="3773523" cy="4683690"/>
            <a:chOff x="7748594" y="1317781"/>
            <a:chExt cx="3773523" cy="4683690"/>
          </a:xfrm>
        </p:grpSpPr>
        <p:pic>
          <p:nvPicPr>
            <p:cNvPr id="3" name="图片 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820998" y="3455802"/>
              <a:ext cx="3318669" cy="2545669"/>
            </a:xfrm>
            <a:prstGeom prst="rect">
              <a:avLst/>
            </a:prstGeom>
          </p:spPr>
        </p:pic>
        <p:pic>
          <p:nvPicPr>
            <p:cNvPr id="17" name="图片 1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20998" y="1840481"/>
              <a:ext cx="3701119" cy="1227599"/>
            </a:xfrm>
            <a:prstGeom prst="rect">
              <a:avLst/>
            </a:prstGeom>
          </p:spPr>
        </p:pic>
        <p:sp>
          <p:nvSpPr>
            <p:cNvPr id="18" name="矩形 17"/>
            <p:cNvSpPr/>
            <p:nvPr/>
          </p:nvSpPr>
          <p:spPr>
            <a:xfrm>
              <a:off x="7748594" y="1317781"/>
              <a:ext cx="3387466" cy="307777"/>
            </a:xfrm>
            <a:prstGeom prst="rect">
              <a:avLst/>
            </a:prstGeom>
          </p:spPr>
          <p:txBody>
            <a:bodyPr wrap="none">
              <a:spAutoFit/>
            </a:bodyPr>
            <a:lstStyle/>
            <a:p>
              <a:r>
                <a:rPr lang="en-US" altLang="zh-CN" sz="1400" b="1">
                  <a:latin typeface="+mn-ea"/>
                </a:rPr>
                <a:t>3. </a:t>
              </a:r>
              <a:r>
                <a:rPr lang="zh-CN" altLang="en-US" sz="1400" b="1">
                  <a:latin typeface="+mn-ea"/>
                </a:rPr>
                <a:t>计算出</a:t>
              </a:r>
              <a:r>
                <a:rPr lang="en-US" altLang="zh-CN" sz="1400" b="1">
                  <a:latin typeface="+mn-ea"/>
                </a:rPr>
                <a:t>DOM</a:t>
              </a:r>
              <a:r>
                <a:rPr lang="zh-CN" altLang="en-US" sz="1400" b="1">
                  <a:latin typeface="+mn-ea"/>
                </a:rPr>
                <a:t>树中每个节点的具体样式</a:t>
              </a:r>
              <a:endParaRPr lang="zh-CN" altLang="en-US" sz="1400" b="1" i="0">
                <a:effectLst/>
                <a:latin typeface="+mn-ea"/>
              </a:endParaRPr>
            </a:p>
          </p:txBody>
        </p:sp>
      </p:gr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4"/>
          <a:stretch>
            <a:fillRect/>
          </a:stretch>
        </p:blipFill>
        <p:spPr>
          <a:xfrm>
            <a:off x="2982116" y="1018741"/>
            <a:ext cx="6086210" cy="5244160"/>
          </a:xfrm>
          <a:prstGeom prst="rect">
            <a:avLst/>
          </a:prstGeom>
        </p:spPr>
      </p:pic>
      <p:sp>
        <p:nvSpPr>
          <p:cNvPr id="2" name="标题 1"/>
          <p:cNvSpPr>
            <a:spLocks noGrp="1"/>
          </p:cNvSpPr>
          <p:nvPr>
            <p:ph type="title"/>
          </p:nvPr>
        </p:nvSpPr>
        <p:spPr/>
        <p:txBody>
          <a:bodyPr/>
          <a:lstStyle/>
          <a:p>
            <a:r>
              <a:rPr lang="zh-CN" altLang="en-US"/>
              <a:t>渲染阶段：布局阶段</a:t>
            </a:r>
            <a:endParaRPr altLang="zh-CN"/>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7444" y="5011303"/>
            <a:ext cx="4198193" cy="1616607"/>
          </a:xfrm>
          <a:prstGeom prst="rect">
            <a:avLst/>
          </a:prstGeom>
        </p:spPr>
      </p:pic>
      <p:sp>
        <p:nvSpPr>
          <p:cNvPr id="2" name="标题 1"/>
          <p:cNvSpPr>
            <a:spLocks noGrp="1"/>
          </p:cNvSpPr>
          <p:nvPr>
            <p:ph type="title"/>
          </p:nvPr>
        </p:nvSpPr>
        <p:spPr>
          <a:xfrm>
            <a:off x="669684" y="257541"/>
            <a:ext cx="10852237" cy="441964"/>
          </a:xfrm>
        </p:spPr>
        <p:txBody>
          <a:bodyPr/>
          <a:lstStyle/>
          <a:p>
            <a:r>
              <a:rPr lang="zh-CN" altLang="en-US"/>
              <a:t>渲染阶段：</a:t>
            </a:r>
            <a:r>
              <a:rPr lang="en-US" altLang="zh-CN"/>
              <a:t>CSS,JS</a:t>
            </a:r>
            <a:r>
              <a:rPr lang="zh-CN" altLang="en-US"/>
              <a:t>如何影响</a:t>
            </a:r>
            <a:r>
              <a:rPr lang="en-US" altLang="zh-CN"/>
              <a:t>DOM</a:t>
            </a:r>
            <a:r>
              <a:rPr lang="zh-CN" altLang="en-US"/>
              <a:t>树构建</a:t>
            </a:r>
            <a:endParaRPr altLang="zh-CN"/>
          </a:p>
        </p:txBody>
      </p:sp>
      <p:grpSp>
        <p:nvGrpSpPr>
          <p:cNvPr id="10" name="组合 9"/>
          <p:cNvGrpSpPr/>
          <p:nvPr/>
        </p:nvGrpSpPr>
        <p:grpSpPr>
          <a:xfrm>
            <a:off x="669684" y="939883"/>
            <a:ext cx="9904597" cy="1898000"/>
            <a:chOff x="669882" y="966245"/>
            <a:chExt cx="9904597" cy="1898000"/>
          </a:xfrm>
        </p:grpSpPr>
        <p:grpSp>
          <p:nvGrpSpPr>
            <p:cNvPr id="8" name="组合 7"/>
            <p:cNvGrpSpPr/>
            <p:nvPr/>
          </p:nvGrpSpPr>
          <p:grpSpPr>
            <a:xfrm>
              <a:off x="747446" y="1280315"/>
              <a:ext cx="9827033" cy="1583930"/>
              <a:chOff x="766747" y="1191095"/>
              <a:chExt cx="9827033" cy="1583930"/>
            </a:xfrm>
          </p:grpSpPr>
          <p:pic>
            <p:nvPicPr>
              <p:cNvPr id="4" name="图片 3"/>
              <p:cNvPicPr>
                <a:picLocks noChangeAspect="1"/>
              </p:cNvPicPr>
              <p:nvPr/>
            </p:nvPicPr>
            <p:blipFill>
              <a:blip r:embed="rId5"/>
              <a:stretch>
                <a:fillRect/>
              </a:stretch>
            </p:blipFill>
            <p:spPr>
              <a:xfrm>
                <a:off x="6736835" y="1191095"/>
                <a:ext cx="3856945" cy="1583930"/>
              </a:xfrm>
              <a:prstGeom prst="rect">
                <a:avLst/>
              </a:prstGeom>
            </p:spPr>
          </p:pic>
          <p:pic>
            <p:nvPicPr>
              <p:cNvPr id="7" name="图片 6"/>
              <p:cNvPicPr>
                <a:picLocks noChangeAspect="1"/>
              </p:cNvPicPr>
              <p:nvPr/>
            </p:nvPicPr>
            <p:blipFill>
              <a:blip r:embed="rId6"/>
              <a:stretch>
                <a:fillRect/>
              </a:stretch>
            </p:blipFill>
            <p:spPr>
              <a:xfrm>
                <a:off x="766747" y="1204102"/>
                <a:ext cx="3283415" cy="1350014"/>
              </a:xfrm>
              <a:prstGeom prst="rect">
                <a:avLst/>
              </a:prstGeom>
            </p:spPr>
          </p:pic>
        </p:grpSp>
        <p:sp>
          <p:nvSpPr>
            <p:cNvPr id="9" name="矩形 8"/>
            <p:cNvSpPr/>
            <p:nvPr/>
          </p:nvSpPr>
          <p:spPr>
            <a:xfrm>
              <a:off x="669882" y="966245"/>
              <a:ext cx="2529860" cy="307777"/>
            </a:xfrm>
            <a:prstGeom prst="rect">
              <a:avLst/>
            </a:prstGeom>
          </p:spPr>
          <p:txBody>
            <a:bodyPr wrap="none">
              <a:spAutoFit/>
            </a:bodyPr>
            <a:lstStyle/>
            <a:p>
              <a:r>
                <a:rPr lang="en-US" altLang="zh-CN" sz="1400" b="1">
                  <a:latin typeface="+mn-ea"/>
                </a:rPr>
                <a:t>1. </a:t>
              </a:r>
              <a:r>
                <a:rPr lang="zh-CN" altLang="en-US" sz="1400" b="1">
                  <a:latin typeface="+mn-ea"/>
                </a:rPr>
                <a:t>含有</a:t>
              </a:r>
              <a:r>
                <a:rPr lang="en-US" altLang="zh-CN" sz="1400" b="1">
                  <a:latin typeface="+mn-ea"/>
                </a:rPr>
                <a:t>CSS</a:t>
              </a:r>
              <a:r>
                <a:rPr lang="zh-CN" altLang="en-US" sz="1400" b="1">
                  <a:latin typeface="+mn-ea"/>
                </a:rPr>
                <a:t>的页面渲染流水线</a:t>
              </a:r>
              <a:endParaRPr lang="zh-CN" altLang="en-US" sz="1400" b="1" i="0">
                <a:effectLst/>
                <a:latin typeface="+mn-ea"/>
              </a:endParaRPr>
            </a:p>
          </p:txBody>
        </p:sp>
      </p:grpSp>
      <p:grpSp>
        <p:nvGrpSpPr>
          <p:cNvPr id="13" name="组合 12"/>
          <p:cNvGrpSpPr/>
          <p:nvPr/>
        </p:nvGrpSpPr>
        <p:grpSpPr>
          <a:xfrm>
            <a:off x="747444" y="2855738"/>
            <a:ext cx="9827032" cy="1739856"/>
            <a:chOff x="773664" y="3074665"/>
            <a:chExt cx="9827032" cy="1739856"/>
          </a:xfrm>
        </p:grpSpPr>
        <p:pic>
          <p:nvPicPr>
            <p:cNvPr id="11" name="图片 10"/>
            <p:cNvPicPr>
              <a:picLocks noChangeAspect="1"/>
            </p:cNvPicPr>
            <p:nvPr/>
          </p:nvPicPr>
          <p:blipFill>
            <a:blip r:embed="rId7"/>
            <a:stretch>
              <a:fillRect/>
            </a:stretch>
          </p:blipFill>
          <p:spPr>
            <a:xfrm>
              <a:off x="773664" y="3251816"/>
              <a:ext cx="3036280" cy="1562705"/>
            </a:xfrm>
            <a:prstGeom prst="rect">
              <a:avLst/>
            </a:prstGeom>
          </p:spPr>
        </p:pic>
        <p:pic>
          <p:nvPicPr>
            <p:cNvPr id="12" name="图片 11"/>
            <p:cNvPicPr>
              <a:picLocks noChangeAspect="1"/>
            </p:cNvPicPr>
            <p:nvPr/>
          </p:nvPicPr>
          <p:blipFill>
            <a:blip r:embed="rId8"/>
            <a:stretch>
              <a:fillRect/>
            </a:stretch>
          </p:blipFill>
          <p:spPr>
            <a:xfrm>
              <a:off x="6743751" y="3074665"/>
              <a:ext cx="3856945" cy="1644870"/>
            </a:xfrm>
            <a:prstGeom prst="rect">
              <a:avLst/>
            </a:prstGeom>
          </p:spPr>
        </p:pic>
      </p:grpSp>
      <p:sp>
        <p:nvSpPr>
          <p:cNvPr id="14" name="矩形 13"/>
          <p:cNvSpPr/>
          <p:nvPr/>
        </p:nvSpPr>
        <p:spPr>
          <a:xfrm>
            <a:off x="644686" y="2694335"/>
            <a:ext cx="2901756" cy="307777"/>
          </a:xfrm>
          <a:prstGeom prst="rect">
            <a:avLst/>
          </a:prstGeom>
        </p:spPr>
        <p:txBody>
          <a:bodyPr wrap="none">
            <a:spAutoFit/>
          </a:bodyPr>
          <a:lstStyle/>
          <a:p>
            <a:r>
              <a:rPr lang="en-US" altLang="zh-CN" sz="1400" b="1">
                <a:latin typeface="+mn-ea"/>
              </a:rPr>
              <a:t>2. </a:t>
            </a:r>
            <a:r>
              <a:rPr lang="zh-CN" altLang="en-US" sz="1400" b="1">
                <a:latin typeface="+mn-ea"/>
              </a:rPr>
              <a:t>含有</a:t>
            </a:r>
            <a:r>
              <a:rPr lang="en-US" altLang="zh-CN" sz="1400" b="1">
                <a:latin typeface="+mn-ea"/>
              </a:rPr>
              <a:t>JS</a:t>
            </a:r>
            <a:r>
              <a:rPr lang="zh-CN" altLang="en-US" sz="1400" b="1">
                <a:latin typeface="+mn-ea"/>
              </a:rPr>
              <a:t>和</a:t>
            </a:r>
            <a:r>
              <a:rPr lang="en-US" altLang="zh-CN" sz="1400" b="1">
                <a:latin typeface="+mn-ea"/>
              </a:rPr>
              <a:t>CSS</a:t>
            </a:r>
            <a:r>
              <a:rPr lang="zh-CN" altLang="en-US" sz="1400" b="1">
                <a:latin typeface="+mn-ea"/>
              </a:rPr>
              <a:t>的页面渲染流水线</a:t>
            </a:r>
            <a:endParaRPr lang="zh-CN" altLang="en-US" sz="1400" b="1" i="0">
              <a:effectLst/>
              <a:latin typeface="+mn-ea"/>
            </a:endParaRPr>
          </a:p>
        </p:txBody>
      </p:sp>
      <p:pic>
        <p:nvPicPr>
          <p:cNvPr id="15" name="图片 14"/>
          <p:cNvPicPr>
            <a:picLocks noChangeAspect="1"/>
          </p:cNvPicPr>
          <p:nvPr/>
        </p:nvPicPr>
        <p:blipFill>
          <a:blip r:embed="rId9"/>
          <a:stretch>
            <a:fillRect/>
          </a:stretch>
        </p:blipFill>
        <p:spPr>
          <a:xfrm>
            <a:off x="6710107" y="4842026"/>
            <a:ext cx="3864369" cy="1752144"/>
          </a:xfrm>
          <a:prstGeom prst="rect">
            <a:avLst/>
          </a:prstGeom>
        </p:spPr>
      </p:pic>
      <p:sp>
        <p:nvSpPr>
          <p:cNvPr id="16" name="矩形 15"/>
          <p:cNvSpPr/>
          <p:nvPr/>
        </p:nvSpPr>
        <p:spPr>
          <a:xfrm>
            <a:off x="644686" y="4672749"/>
            <a:ext cx="3619902" cy="307777"/>
          </a:xfrm>
          <a:prstGeom prst="rect">
            <a:avLst/>
          </a:prstGeom>
        </p:spPr>
        <p:txBody>
          <a:bodyPr wrap="none">
            <a:spAutoFit/>
          </a:bodyPr>
          <a:lstStyle/>
          <a:p>
            <a:r>
              <a:rPr lang="en-US" altLang="zh-CN" sz="1400" b="1">
                <a:latin typeface="+mn-ea"/>
              </a:rPr>
              <a:t>3. </a:t>
            </a:r>
            <a:r>
              <a:rPr lang="zh-CN" altLang="en-US" sz="1400" b="1">
                <a:latin typeface="+mn-ea"/>
              </a:rPr>
              <a:t>含有</a:t>
            </a:r>
            <a:r>
              <a:rPr lang="en-US" altLang="zh-CN" sz="1400" b="1">
                <a:latin typeface="+mn-ea"/>
              </a:rPr>
              <a:t>JS</a:t>
            </a:r>
            <a:r>
              <a:rPr lang="zh-CN" altLang="en-US" sz="1400" b="1">
                <a:latin typeface="+mn-ea"/>
              </a:rPr>
              <a:t>文件和</a:t>
            </a:r>
            <a:r>
              <a:rPr lang="en-US" altLang="zh-CN" sz="1400" b="1">
                <a:latin typeface="+mn-ea"/>
              </a:rPr>
              <a:t>CSS</a:t>
            </a:r>
            <a:r>
              <a:rPr lang="zh-CN" altLang="en-US" sz="1400" b="1">
                <a:latin typeface="+mn-ea"/>
              </a:rPr>
              <a:t>文件的页面渲染流水线</a:t>
            </a:r>
            <a:endParaRPr lang="zh-CN" altLang="en-US" sz="1400" b="1" i="0">
              <a:effectLst/>
              <a:latin typeface="+mn-ea"/>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渲染阶段：</a:t>
            </a:r>
            <a:r>
              <a:t>分层</a:t>
            </a:r>
          </a:p>
        </p:txBody>
      </p:sp>
      <p:pic>
        <p:nvPicPr>
          <p:cNvPr id="104" name="图片 103"/>
          <p:cNvPicPr/>
          <p:nvPr/>
        </p:nvPicPr>
        <p:blipFill>
          <a:blip r:embed="rId4"/>
          <a:stretch>
            <a:fillRect/>
          </a:stretch>
        </p:blipFill>
        <p:spPr>
          <a:xfrm>
            <a:off x="944723" y="1408962"/>
            <a:ext cx="2301150" cy="1793077"/>
          </a:xfrm>
          <a:prstGeom prst="rect">
            <a:avLst/>
          </a:prstGeom>
          <a:noFill/>
          <a:ln w="9525">
            <a:noFill/>
          </a:ln>
        </p:spPr>
      </p:pic>
      <p:grpSp>
        <p:nvGrpSpPr>
          <p:cNvPr id="3" name="组合 2"/>
          <p:cNvGrpSpPr/>
          <p:nvPr/>
        </p:nvGrpSpPr>
        <p:grpSpPr>
          <a:xfrm>
            <a:off x="450393" y="4110783"/>
            <a:ext cx="4325869" cy="1982592"/>
            <a:chOff x="6631283" y="2219784"/>
            <a:chExt cx="4325869" cy="1982592"/>
          </a:xfrm>
        </p:grpSpPr>
        <p:pic>
          <p:nvPicPr>
            <p:cNvPr id="105" name="图片 104"/>
            <p:cNvPicPr/>
            <p:nvPr/>
          </p:nvPicPr>
          <p:blipFill>
            <a:blip r:embed="rId5"/>
            <a:stretch>
              <a:fillRect/>
            </a:stretch>
          </p:blipFill>
          <p:spPr>
            <a:xfrm>
              <a:off x="6631283" y="2219784"/>
              <a:ext cx="3937921" cy="1951814"/>
            </a:xfrm>
            <a:prstGeom prst="rect">
              <a:avLst/>
            </a:prstGeom>
            <a:noFill/>
            <a:ln w="9525">
              <a:noFill/>
            </a:ln>
          </p:spPr>
        </p:pic>
        <p:sp>
          <p:nvSpPr>
            <p:cNvPr id="5" name="矩形 4"/>
            <p:cNvSpPr/>
            <p:nvPr/>
          </p:nvSpPr>
          <p:spPr>
            <a:xfrm>
              <a:off x="8438514" y="3894599"/>
              <a:ext cx="2518638" cy="307777"/>
            </a:xfrm>
            <a:prstGeom prst="rect">
              <a:avLst/>
            </a:prstGeom>
          </p:spPr>
          <p:txBody>
            <a:bodyPr wrap="none">
              <a:spAutoFit/>
            </a:bodyPr>
            <a:lstStyle/>
            <a:p>
              <a:r>
                <a:rPr lang="zh-CN" altLang="en-US" sz="1400" b="1">
                  <a:latin typeface="+mn-ea"/>
                </a:rPr>
                <a:t>图层和布局树节点之间的关系</a:t>
              </a:r>
              <a:endParaRPr lang="zh-CN" altLang="en-US" sz="1400" b="1" i="0">
                <a:effectLst/>
                <a:latin typeface="+mn-ea"/>
              </a:endParaRPr>
            </a:p>
          </p:txBody>
        </p:sp>
      </p:grpSp>
      <p:sp>
        <p:nvSpPr>
          <p:cNvPr id="7" name="矩形 6"/>
          <p:cNvSpPr/>
          <p:nvPr/>
        </p:nvSpPr>
        <p:spPr>
          <a:xfrm>
            <a:off x="5538890" y="544575"/>
            <a:ext cx="4349268" cy="307777"/>
          </a:xfrm>
          <a:prstGeom prst="rect">
            <a:avLst/>
          </a:prstGeom>
        </p:spPr>
        <p:txBody>
          <a:bodyPr wrap="none">
            <a:spAutoFit/>
          </a:bodyPr>
          <a:lstStyle/>
          <a:p>
            <a:r>
              <a:rPr lang="en-US" altLang="zh-CN" sz="1400" b="1">
                <a:latin typeface="+mn-ea"/>
              </a:rPr>
              <a:t>1. </a:t>
            </a:r>
            <a:r>
              <a:rPr lang="zh-CN" altLang="en-US" sz="1400" b="1">
                <a:latin typeface="+mn-ea"/>
              </a:rPr>
              <a:t>拥有层叠上下文属性的元素会被提升为单独的一层</a:t>
            </a:r>
            <a:endParaRPr lang="zh-CN" altLang="en-US" sz="1400" b="1" i="0">
              <a:effectLst/>
              <a:latin typeface="+mn-ea"/>
            </a:endParaRPr>
          </a:p>
        </p:txBody>
      </p:sp>
      <p:grpSp>
        <p:nvGrpSpPr>
          <p:cNvPr id="10" name="组合 9"/>
          <p:cNvGrpSpPr/>
          <p:nvPr/>
        </p:nvGrpSpPr>
        <p:grpSpPr>
          <a:xfrm>
            <a:off x="5547947" y="2896559"/>
            <a:ext cx="5076723" cy="3551567"/>
            <a:chOff x="6233071" y="2534873"/>
            <a:chExt cx="5336419" cy="4100322"/>
          </a:xfrm>
        </p:grpSpPr>
        <p:sp>
          <p:nvSpPr>
            <p:cNvPr id="8" name="矩形 7"/>
            <p:cNvSpPr/>
            <p:nvPr/>
          </p:nvSpPr>
          <p:spPr>
            <a:xfrm>
              <a:off x="6233071" y="2534873"/>
              <a:ext cx="3706464" cy="307777"/>
            </a:xfrm>
            <a:prstGeom prst="rect">
              <a:avLst/>
            </a:prstGeom>
          </p:spPr>
          <p:txBody>
            <a:bodyPr wrap="none">
              <a:spAutoFit/>
            </a:bodyPr>
            <a:lstStyle/>
            <a:p>
              <a:r>
                <a:rPr lang="en-US" altLang="zh-CN" sz="1400" b="1">
                  <a:latin typeface="+mn-ea"/>
                </a:rPr>
                <a:t>2.</a:t>
              </a:r>
              <a:r>
                <a:rPr lang="zh-CN" altLang="en-US" sz="1400" b="1"/>
                <a:t>需要剪裁（</a:t>
              </a:r>
              <a:r>
                <a:rPr lang="en-US" altLang="zh-CN" sz="1400" b="1"/>
                <a:t>clip</a:t>
              </a:r>
              <a:r>
                <a:rPr lang="zh-CN" altLang="en-US" sz="1400" b="1"/>
                <a:t>）的地方也会被创建为图层</a:t>
              </a:r>
              <a:endParaRPr lang="zh-CN" altLang="en-US" sz="1400" b="1" i="0">
                <a:effectLst/>
                <a:latin typeface="+mn-ea"/>
              </a:endParaRPr>
            </a:p>
          </p:txBody>
        </p:sp>
        <p:grpSp>
          <p:nvGrpSpPr>
            <p:cNvPr id="6" name="组合 5"/>
            <p:cNvGrpSpPr/>
            <p:nvPr/>
          </p:nvGrpSpPr>
          <p:grpSpPr>
            <a:xfrm>
              <a:off x="6339564" y="2886821"/>
              <a:ext cx="5229926" cy="3748374"/>
              <a:chOff x="2294614" y="3789797"/>
              <a:chExt cx="5229926" cy="3748374"/>
            </a:xfrm>
          </p:grpSpPr>
          <p:pic>
            <p:nvPicPr>
              <p:cNvPr id="4" name="图片 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294614" y="3789797"/>
                <a:ext cx="3271497" cy="1858614"/>
              </a:xfrm>
              <a:prstGeom prst="rect">
                <a:avLst/>
              </a:prstGeom>
            </p:spPr>
          </p:pic>
          <p:pic>
            <p:nvPicPr>
              <p:cNvPr id="2050" name="Picture 2" descr="https://static001.geekbang.org/resource/image/7b/97/7b6ceaab23c6c6d8e5930864ff9d7097.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94614" y="5692583"/>
                <a:ext cx="5229926" cy="1845588"/>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9" name="图片 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432396" y="803678"/>
            <a:ext cx="3484484" cy="1833778"/>
          </a:xfrm>
          <a:prstGeom prst="rect">
            <a:avLst/>
          </a:prstGeom>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渲染阶段：</a:t>
            </a:r>
            <a:r>
              <a:t>绘制</a:t>
            </a:r>
          </a:p>
        </p:txBody>
      </p:sp>
      <p:pic>
        <p:nvPicPr>
          <p:cNvPr id="100" name="图片 99"/>
          <p:cNvPicPr/>
          <p:nvPr/>
        </p:nvPicPr>
        <p:blipFill>
          <a:blip r:embed="rId4"/>
          <a:stretch>
            <a:fillRect/>
          </a:stretch>
        </p:blipFill>
        <p:spPr>
          <a:xfrm>
            <a:off x="3423515" y="1904372"/>
            <a:ext cx="5344970" cy="2820954"/>
          </a:xfrm>
          <a:prstGeom prst="rect">
            <a:avLst/>
          </a:prstGeom>
          <a:noFill/>
          <a:ln w="9525">
            <a:noFill/>
          </a:ln>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渲染阶段：分块</a:t>
            </a:r>
            <a:endParaRPr dirty="0"/>
          </a:p>
        </p:txBody>
      </p:sp>
      <p:pic>
        <p:nvPicPr>
          <p:cNvPr id="103" name="图片 102"/>
          <p:cNvPicPr/>
          <p:nvPr/>
        </p:nvPicPr>
        <p:blipFill>
          <a:blip r:embed="rId4"/>
          <a:stretch>
            <a:fillRect/>
          </a:stretch>
        </p:blipFill>
        <p:spPr>
          <a:xfrm>
            <a:off x="5340350" y="683895"/>
            <a:ext cx="6753225" cy="5747385"/>
          </a:xfrm>
          <a:prstGeom prst="rect">
            <a:avLst/>
          </a:prstGeom>
          <a:noFill/>
          <a:ln w="9525">
            <a:noFill/>
          </a:ln>
        </p:spPr>
      </p:pic>
      <p:pic>
        <p:nvPicPr>
          <p:cNvPr id="102" name="图片 101"/>
          <p:cNvPicPr/>
          <p:nvPr/>
        </p:nvPicPr>
        <p:blipFill>
          <a:blip r:embed="rId5"/>
          <a:stretch>
            <a:fillRect/>
          </a:stretch>
        </p:blipFill>
        <p:spPr>
          <a:xfrm>
            <a:off x="1106805" y="925830"/>
            <a:ext cx="4427220" cy="5263515"/>
          </a:xfrm>
          <a:prstGeom prst="rect">
            <a:avLst/>
          </a:prstGeom>
          <a:noFill/>
          <a:ln w="9525">
            <a:noFill/>
          </a:ln>
        </p:spPr>
      </p:pic>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渲染阶段：光栅化、合成、显示</a:t>
            </a:r>
            <a:endParaRPr lang="en-US" altLang="zh-CN"/>
          </a:p>
        </p:txBody>
      </p:sp>
      <p:pic>
        <p:nvPicPr>
          <p:cNvPr id="3" name="图片 2"/>
          <p:cNvPicPr>
            <a:picLocks noChangeAspect="1"/>
          </p:cNvPicPr>
          <p:nvPr/>
        </p:nvPicPr>
        <p:blipFill>
          <a:blip r:embed="rId4"/>
          <a:stretch>
            <a:fillRect/>
          </a:stretch>
        </p:blipFill>
        <p:spPr>
          <a:xfrm>
            <a:off x="2297430" y="1176655"/>
            <a:ext cx="7332345" cy="4783455"/>
          </a:xfrm>
          <a:prstGeom prst="rect">
            <a:avLst/>
          </a:prstGeom>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TI1YjQzODkyNjUwNDViODE3NTA4MDZlNGY5ZDFhNzM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1705"/>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1705"/>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EMPLATE_SUBCATEGORY" val="0"/>
  <p:tag name="KSO_WM_TAG_VERSION" val="1.0"/>
  <p:tag name="KSO_WM_BEAUTIFY_FLAG" val="#wm#"/>
  <p:tag name="KSO_WM_TEMPLATE_CATEGORY" val="custom"/>
  <p:tag name="KSO_WM_TEMPLATE_INDEX" val="20191705"/>
  <p:tag name="KSO_WM_TEMPLATE_THUMBS_INDEX" val="1、2、3、4、5、6、7、8、9、10、11、12、13、14、15"/>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6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1705"/>
</p:tagLst>
</file>

<file path=ppt/tags/tag164.xml><?xml version="1.0" encoding="utf-8"?>
<p:tagLst xmlns:a="http://schemas.openxmlformats.org/drawingml/2006/main" xmlns:r="http://schemas.openxmlformats.org/officeDocument/2006/relationships" xmlns:p="http://schemas.openxmlformats.org/presentationml/2006/main">
  <p:tag name="KSO_WM_SLIDE_ID" val="custom20191705_12"/>
  <p:tag name="KSO_WM_SLIDE_TYPE" val="text"/>
  <p:tag name="KSO_WM_SLIDE_SUBTYPE" val="diag"/>
  <p:tag name="KSO_WM_SLIDE_ITEM_CNT" val="6"/>
  <p:tag name="KSO_WM_SLIDE_INDEX" val="12"/>
  <p:tag name="KSO_WM_SLIDE_SIZE" val="645.823*150.533"/>
  <p:tag name="KSO_WM_SLIDE_POSITION" val="236.873*236.586"/>
  <p:tag name="KSO_WM_DIAGRAM_GROUP_CODE" val="l1-2"/>
  <p:tag name="KSO_WM_SLIDE_DIAGTYPE" val="l"/>
  <p:tag name="KSO_WM_TAG_VERSION" val="1.0"/>
  <p:tag name="KSO_WM_BEAUTIFY_FLAG" val="#wm#"/>
  <p:tag name="KSO_WM_TEMPLATE_CATEGORY" val="custom"/>
  <p:tag name="KSO_WM_TEMPLATE_INDEX" val="20191705"/>
  <p:tag name="KSO_WM_SLIDE_LAYOUT" val="l"/>
  <p:tag name="KSO_WM_SLIDE_LAYOUT_CNT" val="1"/>
  <p:tag name="KSO_WM_SLIDE_COLORSCHEME_VERSION" val="3.2"/>
  <p:tag name="KSO_WM_TEMPLATE_SUBCATEGORY" val="0"/>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2"/>
  <p:tag name="KSO_WM_UNIT_TYPE" val="i"/>
  <p:tag name="KSO_WM_UNIT_INDEX" val="1"/>
  <p:tag name="KSO_WM_UNIT_ID" val="custom20191705_12*i*1"/>
  <p:tag name="KSO_WM_TEMPLATE_CATEGORY" val="custom"/>
  <p:tag name="KSO_WM_TEMPLATE_INDEX" val="20191705"/>
  <p:tag name="KSO_WM_UNIT_LAYERLEVEL" val="1"/>
  <p:tag name="KSO_WM_TAG_VERSION" val="1.0"/>
  <p:tag name="KSO_WM_BEAUTIFY_FLAG" val="#wm#"/>
  <p:tag name="KSO_WM_UNIT_COLOR_SCHEME_SHAPE_ID" val="2"/>
  <p:tag name="KSO_WM_UNIT_COLOR_SCHEME_PARENT_PAGE" val="0_5"/>
  <p:tag name="KSO_WM_UNIT_DIAGRAM_ISNUMVISUAL" val="0"/>
  <p:tag name="KSO_WM_UNIT_DIAGRAM_ISREFERUNIT" val="0"/>
  <p:tag name="KSO_WM_UNIT_TEXT_FILL_FORE_SCHEMECOLOR_INDEX" val="2"/>
  <p:tag name="KSO_WM_UNIT_TEXT_FILL_TYPE" val="1"/>
  <p:tag name="KSO_WM_UNIT_USESOURCEFORMAT_APPLY" val="1"/>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2"/>
  <p:tag name="KSO_WM_UNIT_TYPE" val="l_z"/>
  <p:tag name="KSO_WM_UNIT_INDEX" val="1_1"/>
  <p:tag name="KSO_WM_UNIT_ID" val="custom20191705_12*l_z*1_1"/>
  <p:tag name="KSO_WM_TEMPLATE_CATEGORY" val="custom"/>
  <p:tag name="KSO_WM_TEMPLATE_INDEX" val="20191705"/>
  <p:tag name="KSO_WM_UNIT_LAYERLEVEL" val="1_1"/>
  <p:tag name="KSO_WM_TAG_VERSION" val="1.0"/>
  <p:tag name="KSO_WM_BEAUTIFY_FLAG" val="#wm#"/>
  <p:tag name="KSO_WM_UNIT_COLOR_SCHEME_SHAPE_ID" val="3"/>
  <p:tag name="KSO_WM_UNIT_COLOR_SCHEME_PARENT_PAGE" val="0_5"/>
  <p:tag name="KSO_WM_UNIT_ABSOLUTE_COLOR" val="1"/>
  <p:tag name="KSO_WM_UNIT_DIAGRAM_ISNUMVISUAL" val="0"/>
  <p:tag name="KSO_WM_UNIT_DIAGRAM_ISREFERUNIT" val="0"/>
  <p:tag name="KSO_WM_UNIT_LINE_FORE_SCHEMECOLOR_INDEX" val="14"/>
  <p:tag name="KSO_WM_UNIT_LINE_FILL_TYPE" val="2"/>
  <p:tag name="KSO_WM_UNIT_USESOURCEFORMAT_APPLY" val="1"/>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2"/>
  <p:tag name="KSO_WM_UNIT_TYPE" val="l_z"/>
  <p:tag name="KSO_WM_UNIT_INDEX" val="1_2"/>
  <p:tag name="KSO_WM_UNIT_ID" val="custom20191705_12*l_z*1_2"/>
  <p:tag name="KSO_WM_TEMPLATE_CATEGORY" val="custom"/>
  <p:tag name="KSO_WM_TEMPLATE_INDEX" val="20191705"/>
  <p:tag name="KSO_WM_UNIT_LAYERLEVEL" val="1_1"/>
  <p:tag name="KSO_WM_TAG_VERSION" val="1.0"/>
  <p:tag name="KSO_WM_BEAUTIFY_FLAG" val="#wm#"/>
  <p:tag name="KSO_WM_UNIT_COLOR_SCHEME_SHAPE_ID" val="4"/>
  <p:tag name="KSO_WM_UNIT_COLOR_SCHEME_PARENT_PAGE" val="0_5"/>
  <p:tag name="KSO_WM_UNIT_ABSOLUTE_COLOR" val="1"/>
  <p:tag name="KSO_WM_UNIT_DIAGRAM_ISNUMVISUAL" val="0"/>
  <p:tag name="KSO_WM_UNIT_DIAGRAM_ISREFERUNIT" val="0"/>
  <p:tag name="KSO_WM_UNIT_LINE_FORE_SCHEMECOLOR_INDEX" val="14"/>
  <p:tag name="KSO_WM_UNIT_LINE_FILL_TYPE" val="2"/>
  <p:tag name="KSO_WM_UNIT_USESOURCEFORMAT_APPLY" val="1"/>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DIAGRAM_GROUP_CODE" val="l1-2"/>
  <p:tag name="KSO_WM_UNIT_TYPE" val="l_z"/>
  <p:tag name="KSO_WM_UNIT_INDEX" val="1_3"/>
  <p:tag name="KSO_WM_UNIT_ID" val="custom20191705_12*l_z*1_3"/>
  <p:tag name="KSO_WM_TEMPLATE_CATEGORY" val="custom"/>
  <p:tag name="KSO_WM_TEMPLATE_INDEX" val="20191705"/>
  <p:tag name="KSO_WM_UNIT_LAYERLEVEL" val="1_1"/>
  <p:tag name="KSO_WM_TAG_VERSION" val="1.0"/>
  <p:tag name="KSO_WM_BEAUTIFY_FLAG" val="#wm#"/>
  <p:tag name="KSO_WM_UNIT_COLOR_SCHEME_SHAPE_ID" val="5"/>
  <p:tag name="KSO_WM_UNIT_COLOR_SCHEME_PARENT_PAGE" val="0_5"/>
  <p:tag name="KSO_WM_UNIT_ABSOLUTE_COLOR" val="1"/>
  <p:tag name="KSO_WM_UNIT_DIAGRAM_ISNUMVISUAL" val="0"/>
  <p:tag name="KSO_WM_UNIT_DIAGRAM_ISREFERUNIT" val="0"/>
  <p:tag name="KSO_WM_UNIT_LINE_FORE_SCHEMECOLOR_INDEX" val="14"/>
  <p:tag name="KSO_WM_UNIT_LINE_FILL_TYPE" val="2"/>
  <p:tag name="KSO_WM_UNIT_USESOURCEFORMAT_APPLY" val="1"/>
</p:tagLst>
</file>

<file path=ppt/tags/tag169.xml><?xml version="1.0" encoding="utf-8"?>
<p:tagLst xmlns:a="http://schemas.openxmlformats.org/drawingml/2006/main" xmlns:r="http://schemas.openxmlformats.org/officeDocument/2006/relationships" xmlns:p="http://schemas.openxmlformats.org/presentationml/2006/main">
  <p:tag name="KSO_WM_UNIT_ISCONTENTSTITLE" val="0"/>
  <p:tag name="KSO_WM_UNIT_VALUE" val="9"/>
  <p:tag name="KSO_WM_UNIT_HIGHLIGHT" val="0"/>
  <p:tag name="KSO_WM_UNIT_COMPATIBLE" val="0"/>
  <p:tag name="KSO_WM_DIAGRAM_GROUP_CODE" val="l1-2"/>
  <p:tag name="KSO_WM_UNIT_TYPE" val="l_h_a"/>
  <p:tag name="KSO_WM_UNIT_INDEX" val="1_1_1"/>
  <p:tag name="KSO_WM_UNIT_ID" val="custom20191705_12*l_h_a*1_1_1"/>
  <p:tag name="KSO_WM_TEMPLATE_CATEGORY" val="custom"/>
  <p:tag name="KSO_WM_TEMPLATE_INDEX" val="20191705"/>
  <p:tag name="KSO_WM_UNIT_LAYERLEVEL" val="1_1_1"/>
  <p:tag name="KSO_WM_TAG_VERSION" val="1.0"/>
  <p:tag name="KSO_WM_BEAUTIFY_FLAG" val="#wm#"/>
  <p:tag name="KSO_WM_UNIT_PRESET_TEXT" val="添加标题"/>
  <p:tag name="KSO_WM_UNIT_COLOR_SCHEME_SHAPE_ID" val="8"/>
  <p:tag name="KSO_WM_UNIT_COLOR_SCHEME_PARENT_PAGE" val="0_5"/>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70.xml><?xml version="1.0" encoding="utf-8"?>
<p:tagLst xmlns:a="http://schemas.openxmlformats.org/drawingml/2006/main" xmlns:r="http://schemas.openxmlformats.org/officeDocument/2006/relationships" xmlns:p="http://schemas.openxmlformats.org/presentationml/2006/main">
  <p:tag name="KSO_WM_UNIT_ISCONTENTSTITLE" val="0"/>
  <p:tag name="KSO_WM_UNIT_VALUE" val="9"/>
  <p:tag name="KSO_WM_UNIT_HIGHLIGHT" val="0"/>
  <p:tag name="KSO_WM_UNIT_COMPATIBLE" val="0"/>
  <p:tag name="KSO_WM_DIAGRAM_GROUP_CODE" val="l1-2"/>
  <p:tag name="KSO_WM_UNIT_TYPE" val="l_h_a"/>
  <p:tag name="KSO_WM_UNIT_INDEX" val="1_2_1"/>
  <p:tag name="KSO_WM_UNIT_ID" val="custom20191705_12*l_h_a*1_2_1"/>
  <p:tag name="KSO_WM_TEMPLATE_CATEGORY" val="custom"/>
  <p:tag name="KSO_WM_TEMPLATE_INDEX" val="20191705"/>
  <p:tag name="KSO_WM_UNIT_LAYERLEVEL" val="1_1_1"/>
  <p:tag name="KSO_WM_TAG_VERSION" val="1.0"/>
  <p:tag name="KSO_WM_BEAUTIFY_FLAG" val="#wm#"/>
  <p:tag name="KSO_WM_UNIT_PRESET_TEXT" val="添加标题"/>
  <p:tag name="KSO_WM_UNIT_COLOR_SCHEME_SHAPE_ID" val="11"/>
  <p:tag name="KSO_WM_UNIT_COLOR_SCHEME_PARENT_PAGE" val="0_5"/>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71.xml><?xml version="1.0" encoding="utf-8"?>
<p:tagLst xmlns:a="http://schemas.openxmlformats.org/drawingml/2006/main" xmlns:r="http://schemas.openxmlformats.org/officeDocument/2006/relationships" xmlns:p="http://schemas.openxmlformats.org/presentationml/2006/main">
  <p:tag name="KSO_WM_UNIT_ISCONTENTSTITLE" val="0"/>
  <p:tag name="KSO_WM_UNIT_VALUE" val="9"/>
  <p:tag name="KSO_WM_UNIT_HIGHLIGHT" val="0"/>
  <p:tag name="KSO_WM_UNIT_COMPATIBLE" val="0"/>
  <p:tag name="KSO_WM_DIAGRAM_GROUP_CODE" val="l1-2"/>
  <p:tag name="KSO_WM_UNIT_TYPE" val="l_h_a"/>
  <p:tag name="KSO_WM_UNIT_INDEX" val="1_3_1"/>
  <p:tag name="KSO_WM_UNIT_ID" val="custom20191705_12*l_h_a*1_3_1"/>
  <p:tag name="KSO_WM_TEMPLATE_CATEGORY" val="custom"/>
  <p:tag name="KSO_WM_TEMPLATE_INDEX" val="20191705"/>
  <p:tag name="KSO_WM_UNIT_LAYERLEVEL" val="1_1_1"/>
  <p:tag name="KSO_WM_TAG_VERSION" val="1.0"/>
  <p:tag name="KSO_WM_BEAUTIFY_FLAG" val="#wm#"/>
  <p:tag name="KSO_WM_UNIT_PRESET_TEXT" val="添加标题"/>
  <p:tag name="KSO_WM_UNIT_COLOR_SCHEME_SHAPE_ID" val="14"/>
  <p:tag name="KSO_WM_UNIT_COLOR_SCHEME_PARENT_PAGE" val="0_5"/>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72.xml><?xml version="1.0" encoding="utf-8"?>
<p:tagLst xmlns:a="http://schemas.openxmlformats.org/drawingml/2006/main" xmlns:r="http://schemas.openxmlformats.org/officeDocument/2006/relationships" xmlns:p="http://schemas.openxmlformats.org/presentationml/2006/main">
  <p:tag name="KSO_WM_UNIT_ISCONTENTSTITLE" val="0"/>
  <p:tag name="KSO_WM_UNIT_VALUE" val="9"/>
  <p:tag name="KSO_WM_UNIT_HIGHLIGHT" val="0"/>
  <p:tag name="KSO_WM_UNIT_COMPATIBLE" val="0"/>
  <p:tag name="KSO_WM_DIAGRAM_GROUP_CODE" val="l1-2"/>
  <p:tag name="KSO_WM_UNIT_TYPE" val="l_h_a"/>
  <p:tag name="KSO_WM_UNIT_INDEX" val="1_4_1"/>
  <p:tag name="KSO_WM_UNIT_ID" val="custom20191705_12*l_h_a*1_4_1"/>
  <p:tag name="KSO_WM_TEMPLATE_CATEGORY" val="custom"/>
  <p:tag name="KSO_WM_TEMPLATE_INDEX" val="20191705"/>
  <p:tag name="KSO_WM_UNIT_LAYERLEVEL" val="1_1_1"/>
  <p:tag name="KSO_WM_TAG_VERSION" val="1.0"/>
  <p:tag name="KSO_WM_BEAUTIFY_FLAG" val="#wm#"/>
  <p:tag name="KSO_WM_UNIT_PRESET_TEXT" val="添加标题"/>
  <p:tag name="KSO_WM_UNIT_COLOR_SCHEME_SHAPE_ID" val="17"/>
  <p:tag name="KSO_WM_UNIT_COLOR_SCHEME_PARENT_PAGE" val="0_5"/>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73.xml><?xml version="1.0" encoding="utf-8"?>
<p:tagLst xmlns:a="http://schemas.openxmlformats.org/drawingml/2006/main" xmlns:r="http://schemas.openxmlformats.org/officeDocument/2006/relationships" xmlns:p="http://schemas.openxmlformats.org/presentationml/2006/main">
  <p:tag name="KSO_WM_UNIT_ISCONTENTSTITLE" val="0"/>
  <p:tag name="KSO_WM_UNIT_VALUE" val="9"/>
  <p:tag name="KSO_WM_UNIT_HIGHLIGHT" val="0"/>
  <p:tag name="KSO_WM_UNIT_COMPATIBLE" val="0"/>
  <p:tag name="KSO_WM_DIAGRAM_GROUP_CODE" val="l1-2"/>
  <p:tag name="KSO_WM_UNIT_TYPE" val="l_h_a"/>
  <p:tag name="KSO_WM_UNIT_INDEX" val="1_5_1"/>
  <p:tag name="KSO_WM_UNIT_ID" val="custom20191705_12*l_h_a*1_5_1"/>
  <p:tag name="KSO_WM_TEMPLATE_CATEGORY" val="custom"/>
  <p:tag name="KSO_WM_TEMPLATE_INDEX" val="20191705"/>
  <p:tag name="KSO_WM_UNIT_LAYERLEVEL" val="1_1_1"/>
  <p:tag name="KSO_WM_TAG_VERSION" val="1.0"/>
  <p:tag name="KSO_WM_BEAUTIFY_FLAG" val="#wm#"/>
  <p:tag name="KSO_WM_UNIT_PRESET_TEXT" val="添加标题"/>
  <p:tag name="KSO_WM_UNIT_COLOR_SCHEME_SHAPE_ID" val="20"/>
  <p:tag name="KSO_WM_UNIT_COLOR_SCHEME_PARENT_PAGE" val="0_5"/>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74.xml><?xml version="1.0" encoding="utf-8"?>
<p:tagLst xmlns:a="http://schemas.openxmlformats.org/drawingml/2006/main" xmlns:r="http://schemas.openxmlformats.org/officeDocument/2006/relationships" xmlns:p="http://schemas.openxmlformats.org/presentationml/2006/main">
  <p:tag name="KSO_WM_UNIT_ISCONTENTSTITLE" val="0"/>
  <p:tag name="KSO_WM_UNIT_VALUE" val="9"/>
  <p:tag name="KSO_WM_UNIT_HIGHLIGHT" val="0"/>
  <p:tag name="KSO_WM_UNIT_COMPATIBLE" val="0"/>
  <p:tag name="KSO_WM_DIAGRAM_GROUP_CODE" val="l1-2"/>
  <p:tag name="KSO_WM_UNIT_TYPE" val="l_h_a"/>
  <p:tag name="KSO_WM_UNIT_INDEX" val="1_6_1"/>
  <p:tag name="KSO_WM_UNIT_ID" val="custom20191705_12*l_h_a*1_6_1"/>
  <p:tag name="KSO_WM_TEMPLATE_CATEGORY" val="custom"/>
  <p:tag name="KSO_WM_TEMPLATE_INDEX" val="20191705"/>
  <p:tag name="KSO_WM_UNIT_LAYERLEVEL" val="1_1_1"/>
  <p:tag name="KSO_WM_TAG_VERSION" val="1.0"/>
  <p:tag name="KSO_WM_BEAUTIFY_FLAG" val="#wm#"/>
  <p:tag name="KSO_WM_UNIT_PRESET_TEXT" val="添加标题"/>
  <p:tag name="KSO_WM_UNIT_COLOR_SCHEME_SHAPE_ID" val="23"/>
  <p:tag name="KSO_WM_UNIT_COLOR_SCHEME_PARENT_PAGE" val="0_5"/>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91705"/>
</p:tagLst>
</file>

<file path=ppt/tags/tag176.xml><?xml version="1.0" encoding="utf-8"?>
<p:tagLst xmlns:a="http://schemas.openxmlformats.org/drawingml/2006/main" xmlns:r="http://schemas.openxmlformats.org/officeDocument/2006/relationships" xmlns:p="http://schemas.openxmlformats.org/presentationml/2006/main">
  <p:tag name="KSO_WM_UNIT_ISCONTENTSTITLE" val="0"/>
  <p:tag name="KSO_WM_UNIT_VALUE" val="9"/>
  <p:tag name="KSO_WM_UNIT_HIGHLIGHT" val="0"/>
  <p:tag name="KSO_WM_UNIT_COMPATIBLE" val="0"/>
  <p:tag name="KSO_WM_DIAGRAM_GROUP_CODE" val="l1-2"/>
  <p:tag name="KSO_WM_UNIT_TYPE" val="l_h_a"/>
  <p:tag name="KSO_WM_UNIT_INDEX" val="1_1_1"/>
  <p:tag name="KSO_WM_UNIT_ID" val="custom20191705_12*l_h_a*1_1_1"/>
  <p:tag name="KSO_WM_TEMPLATE_CATEGORY" val="custom"/>
  <p:tag name="KSO_WM_TEMPLATE_INDEX" val="20191705"/>
  <p:tag name="KSO_WM_UNIT_LAYERLEVEL" val="1_1_1"/>
  <p:tag name="KSO_WM_TAG_VERSION" val="1.0"/>
  <p:tag name="KSO_WM_BEAUTIFY_FLAG" val="#wm#"/>
  <p:tag name="KSO_WM_UNIT_PRESET_TEXT" val="添加标题"/>
  <p:tag name="KSO_WM_UNIT_COLOR_SCHEME_SHAPE_ID" val="8"/>
  <p:tag name="KSO_WM_UNIT_COLOR_SCHEME_PARENT_PAGE" val="0_5"/>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77.xml><?xml version="1.0" encoding="utf-8"?>
<p:tagLst xmlns:a="http://schemas.openxmlformats.org/drawingml/2006/main" xmlns:r="http://schemas.openxmlformats.org/officeDocument/2006/relationships" xmlns:p="http://schemas.openxmlformats.org/presentationml/2006/main">
  <p:tag name="KSO_WM_UNIT_ISCONTENTSTITLE" val="0"/>
  <p:tag name="KSO_WM_UNIT_VALUE" val="9"/>
  <p:tag name="KSO_WM_UNIT_HIGHLIGHT" val="0"/>
  <p:tag name="KSO_WM_UNIT_COMPATIBLE" val="0"/>
  <p:tag name="KSO_WM_DIAGRAM_GROUP_CODE" val="l1-2"/>
  <p:tag name="KSO_WM_UNIT_TYPE" val="l_h_a"/>
  <p:tag name="KSO_WM_UNIT_INDEX" val="1_1_1"/>
  <p:tag name="KSO_WM_UNIT_ID" val="custom20191705_12*l_h_a*1_1_1"/>
  <p:tag name="KSO_WM_TEMPLATE_CATEGORY" val="custom"/>
  <p:tag name="KSO_WM_TEMPLATE_INDEX" val="20191705"/>
  <p:tag name="KSO_WM_UNIT_LAYERLEVEL" val="1_1_1"/>
  <p:tag name="KSO_WM_TAG_VERSION" val="1.0"/>
  <p:tag name="KSO_WM_BEAUTIFY_FLAG" val="#wm#"/>
  <p:tag name="KSO_WM_UNIT_PRESET_TEXT" val="添加标题"/>
  <p:tag name="KSO_WM_UNIT_COLOR_SCHEME_SHAPE_ID" val="8"/>
  <p:tag name="KSO_WM_UNIT_COLOR_SCHEME_PARENT_PAGE" val="0_5"/>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78.xml><?xml version="1.0" encoding="utf-8"?>
<p:tagLst xmlns:a="http://schemas.openxmlformats.org/drawingml/2006/main" xmlns:r="http://schemas.openxmlformats.org/officeDocument/2006/relationships" xmlns:p="http://schemas.openxmlformats.org/presentationml/2006/main">
  <p:tag name="KSO_WM_UNIT_ISCONTENTSTITLE" val="0"/>
  <p:tag name="KSO_WM_UNIT_VALUE" val="9"/>
  <p:tag name="KSO_WM_UNIT_HIGHLIGHT" val="0"/>
  <p:tag name="KSO_WM_UNIT_COMPATIBLE" val="0"/>
  <p:tag name="KSO_WM_DIAGRAM_GROUP_CODE" val="l1-2"/>
  <p:tag name="KSO_WM_UNIT_TYPE" val="l_h_a"/>
  <p:tag name="KSO_WM_UNIT_INDEX" val="1_1_1"/>
  <p:tag name="KSO_WM_UNIT_ID" val="custom20191705_12*l_h_a*1_1_1"/>
  <p:tag name="KSO_WM_TEMPLATE_CATEGORY" val="custom"/>
  <p:tag name="KSO_WM_TEMPLATE_INDEX" val="20191705"/>
  <p:tag name="KSO_WM_UNIT_LAYERLEVEL" val="1_1_1"/>
  <p:tag name="KSO_WM_TAG_VERSION" val="1.0"/>
  <p:tag name="KSO_WM_BEAUTIFY_FLAG" val="#wm#"/>
  <p:tag name="KSO_WM_UNIT_PRESET_TEXT" val="添加标题"/>
  <p:tag name="KSO_WM_UNIT_COLOR_SCHEME_SHAPE_ID" val="8"/>
  <p:tag name="KSO_WM_UNIT_COLOR_SCHEME_PARENT_PAGE" val="0_5"/>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79.xml><?xml version="1.0" encoding="utf-8"?>
<p:tagLst xmlns:a="http://schemas.openxmlformats.org/drawingml/2006/main" xmlns:r="http://schemas.openxmlformats.org/officeDocument/2006/relationships" xmlns:p="http://schemas.openxmlformats.org/presentationml/2006/main">
  <p:tag name="KSO_WM_UNIT_ISCONTENTSTITLE" val="0"/>
  <p:tag name="KSO_WM_UNIT_VALUE" val="9"/>
  <p:tag name="KSO_WM_UNIT_HIGHLIGHT" val="0"/>
  <p:tag name="KSO_WM_UNIT_COMPATIBLE" val="0"/>
  <p:tag name="KSO_WM_DIAGRAM_GROUP_CODE" val="l1-2"/>
  <p:tag name="KSO_WM_UNIT_TYPE" val="l_h_a"/>
  <p:tag name="KSO_WM_UNIT_INDEX" val="1_1_1"/>
  <p:tag name="KSO_WM_UNIT_ID" val="custom20191705_12*l_h_a*1_1_1"/>
  <p:tag name="KSO_WM_TEMPLATE_CATEGORY" val="custom"/>
  <p:tag name="KSO_WM_TEMPLATE_INDEX" val="20191705"/>
  <p:tag name="KSO_WM_UNIT_LAYERLEVEL" val="1_1_1"/>
  <p:tag name="KSO_WM_TAG_VERSION" val="1.0"/>
  <p:tag name="KSO_WM_BEAUTIFY_FLAG" val="#wm#"/>
  <p:tag name="KSO_WM_UNIT_PRESET_TEXT" val="添加标题"/>
  <p:tag name="KSO_WM_UNIT_COLOR_SCHEME_SHAPE_ID" val="8"/>
  <p:tag name="KSO_WM_UNIT_COLOR_SCHEME_PARENT_PAGE" val="0_5"/>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8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1705"/>
</p:tagLst>
</file>

<file path=ppt/tags/tag181.xml><?xml version="1.0" encoding="utf-8"?>
<p:tagLst xmlns:a="http://schemas.openxmlformats.org/drawingml/2006/main" xmlns:r="http://schemas.openxmlformats.org/officeDocument/2006/relationships" xmlns:p="http://schemas.openxmlformats.org/presentationml/2006/main">
  <p:tag name="KSO_WM_UNIT_ISCONTENTSTITLE" val="0"/>
  <p:tag name="KSO_WM_UNIT_VALUE" val="9"/>
  <p:tag name="KSO_WM_UNIT_HIGHLIGHT" val="0"/>
  <p:tag name="KSO_WM_UNIT_COMPATIBLE" val="0"/>
  <p:tag name="KSO_WM_DIAGRAM_GROUP_CODE" val="l1-2"/>
  <p:tag name="KSO_WM_UNIT_TYPE" val="l_h_a"/>
  <p:tag name="KSO_WM_UNIT_INDEX" val="1_1_1"/>
  <p:tag name="KSO_WM_UNIT_ID" val="custom20191705_12*l_h_a*1_1_1"/>
  <p:tag name="KSO_WM_TEMPLATE_CATEGORY" val="custom"/>
  <p:tag name="KSO_WM_TEMPLATE_INDEX" val="20191705"/>
  <p:tag name="KSO_WM_UNIT_LAYERLEVEL" val="1_1_1"/>
  <p:tag name="KSO_WM_TAG_VERSION" val="1.0"/>
  <p:tag name="KSO_WM_BEAUTIFY_FLAG" val="#wm#"/>
  <p:tag name="KSO_WM_UNIT_PRESET_TEXT" val="添加标题"/>
  <p:tag name="KSO_WM_UNIT_COLOR_SCHEME_SHAPE_ID" val="8"/>
  <p:tag name="KSO_WM_UNIT_COLOR_SCHEME_PARENT_PAGE" val="0_5"/>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82.xml><?xml version="1.0" encoding="utf-8"?>
<p:tagLst xmlns:a="http://schemas.openxmlformats.org/drawingml/2006/main" xmlns:r="http://schemas.openxmlformats.org/officeDocument/2006/relationships" xmlns:p="http://schemas.openxmlformats.org/presentationml/2006/main">
  <p:tag name="KSO_WM_UNIT_ISCONTENTSTITLE" val="0"/>
  <p:tag name="KSO_WM_UNIT_VALUE" val="9"/>
  <p:tag name="KSO_WM_UNIT_HIGHLIGHT" val="0"/>
  <p:tag name="KSO_WM_UNIT_COMPATIBLE" val="0"/>
  <p:tag name="KSO_WM_DIAGRAM_GROUP_CODE" val="l1-2"/>
  <p:tag name="KSO_WM_UNIT_TYPE" val="l_h_a"/>
  <p:tag name="KSO_WM_UNIT_INDEX" val="1_1_1"/>
  <p:tag name="KSO_WM_UNIT_ID" val="custom20191705_12*l_h_a*1_1_1"/>
  <p:tag name="KSO_WM_TEMPLATE_CATEGORY" val="custom"/>
  <p:tag name="KSO_WM_TEMPLATE_INDEX" val="20191705"/>
  <p:tag name="KSO_WM_UNIT_LAYERLEVEL" val="1_1_1"/>
  <p:tag name="KSO_WM_TAG_VERSION" val="1.0"/>
  <p:tag name="KSO_WM_BEAUTIFY_FLAG" val="#wm#"/>
  <p:tag name="KSO_WM_UNIT_PRESET_TEXT" val="添加标题"/>
  <p:tag name="KSO_WM_UNIT_COLOR_SCHEME_SHAPE_ID" val="8"/>
  <p:tag name="KSO_WM_UNIT_COLOR_SCHEME_PARENT_PAGE" val="0_5"/>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83.xml><?xml version="1.0" encoding="utf-8"?>
<p:tagLst xmlns:a="http://schemas.openxmlformats.org/drawingml/2006/main" xmlns:r="http://schemas.openxmlformats.org/officeDocument/2006/relationships" xmlns:p="http://schemas.openxmlformats.org/presentationml/2006/main">
  <p:tag name="KSO_WM_UNIT_ISCONTENTSTITLE" val="0"/>
  <p:tag name="KSO_WM_UNIT_VALUE" val="9"/>
  <p:tag name="KSO_WM_UNIT_HIGHLIGHT" val="0"/>
  <p:tag name="KSO_WM_UNIT_COMPATIBLE" val="0"/>
  <p:tag name="KSO_WM_DIAGRAM_GROUP_CODE" val="l1-2"/>
  <p:tag name="KSO_WM_UNIT_TYPE" val="l_h_a"/>
  <p:tag name="KSO_WM_UNIT_INDEX" val="1_1_1"/>
  <p:tag name="KSO_WM_UNIT_ID" val="custom20191705_12*l_h_a*1_1_1"/>
  <p:tag name="KSO_WM_TEMPLATE_CATEGORY" val="custom"/>
  <p:tag name="KSO_WM_TEMPLATE_INDEX" val="20191705"/>
  <p:tag name="KSO_WM_UNIT_LAYERLEVEL" val="1_1_1"/>
  <p:tag name="KSO_WM_TAG_VERSION" val="1.0"/>
  <p:tag name="KSO_WM_BEAUTIFY_FLAG" val="#wm#"/>
  <p:tag name="KSO_WM_UNIT_PRESET_TEXT" val="添加标题"/>
  <p:tag name="KSO_WM_UNIT_COLOR_SCHEME_SHAPE_ID" val="8"/>
  <p:tag name="KSO_WM_UNIT_COLOR_SCHEME_PARENT_PAGE" val="0_5"/>
  <p:tag name="KSO_WM_UNIT_NOCLEAR" val="0"/>
  <p:tag name="KSO_WM_UNIT_DIAGRAM_ISNUMVISUAL" val="0"/>
  <p:tag name="KSO_WM_UNIT_DIAGRAM_ISREFERUNIT" val="0"/>
  <p:tag name="KSO_WM_UNIT_TEXT_FILL_FORE_SCHEMECOLOR_INDEX" val="13"/>
  <p:tag name="KSO_WM_UNIT_TEXT_FILL_TYPE" val="1"/>
  <p:tag name="KSO_WM_UNIT_USESOURCEFORMAT_APPLY" val="1"/>
</p:tagLst>
</file>

<file path=ppt/tags/tag18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1705"/>
</p:tagLst>
</file>

<file path=ppt/tags/tag18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1705"/>
</p:tagLst>
</file>

<file path=ppt/tags/tag18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1705"/>
</p:tagLst>
</file>

<file path=ppt/tags/tag18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340,&quot;width&quot;:11730}"/>
</p:tagLst>
</file>

<file path=ppt/tags/tag18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1705"/>
</p:tagLst>
</file>

<file path=ppt/tags/tag18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1705"/>
</p:tagLst>
</file>

<file path=ppt/tags/tag19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1705"/>
</p:tagLst>
</file>

<file path=ppt/tags/tag19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1705"/>
</p:tagLst>
</file>

<file path=ppt/tags/tag19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1705"/>
</p:tagLst>
</file>

<file path=ppt/tags/tag19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1705"/>
</p:tagLst>
</file>

<file path=ppt/tags/tag19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1705"/>
</p:tagLst>
</file>

<file path=ppt/tags/tag19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1705"/>
</p:tagLst>
</file>

<file path=ppt/tags/tag19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91705"/>
</p:tagLst>
</file>

<file path=ppt/theme/theme1.xml><?xml version="1.0" encoding="utf-8"?>
<a:theme xmlns:a="http://schemas.openxmlformats.org/drawingml/2006/main" name="1_Office 主题​​">
  <a:themeElements>
    <a:clrScheme name="WPS主题色">
      <a:dk1>
        <a:srgbClr val="000000"/>
      </a:dk1>
      <a:lt1>
        <a:srgbClr val="FFFFFF"/>
      </a:lt1>
      <a:dk2>
        <a:srgbClr val="303030"/>
      </a:dk2>
      <a:lt2>
        <a:srgbClr val="D7D7D7"/>
      </a:lt2>
      <a:accent1>
        <a:srgbClr val="1D6DC2"/>
      </a:accent1>
      <a:accent2>
        <a:srgbClr val="767676"/>
      </a:accent2>
      <a:accent3>
        <a:srgbClr val="E34C3F"/>
      </a:accent3>
      <a:accent4>
        <a:srgbClr val="34B2E4"/>
      </a:accent4>
      <a:accent5>
        <a:srgbClr val="0AD0DA"/>
      </a:accent5>
      <a:accent6>
        <a:srgbClr val="0ADAAD"/>
      </a:accent6>
      <a:hlink>
        <a:srgbClr val="BFBFBF"/>
      </a:hlink>
      <a:folHlink>
        <a:srgbClr val="BFBFB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6248</TotalTime>
  <Words>6532</Words>
  <Application>Microsoft Macintosh PowerPoint</Application>
  <PresentationFormat>宽屏</PresentationFormat>
  <Paragraphs>351</Paragraphs>
  <Slides>16</Slides>
  <Notes>16</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16</vt:i4>
      </vt:variant>
    </vt:vector>
  </HeadingPairs>
  <TitlesOfParts>
    <vt:vector size="20" baseType="lpstr">
      <vt:lpstr>微软雅黑</vt:lpstr>
      <vt:lpstr>Microsoft YaHei UI</vt:lpstr>
      <vt:lpstr>Arial</vt:lpstr>
      <vt:lpstr>1_Office 主题​​</vt:lpstr>
      <vt:lpstr>图解浏览器原理</vt:lpstr>
      <vt:lpstr>PowerPoint 演示文稿</vt:lpstr>
      <vt:lpstr>Chrome架构</vt:lpstr>
      <vt:lpstr>导航流程：从输入URL到页面展示这中间发生了什么</vt:lpstr>
      <vt:lpstr>DNS解析</vt:lpstr>
      <vt:lpstr>数据包发送过程 </vt:lpstr>
      <vt:lpstr>浏览器缓存</vt:lpstr>
      <vt:lpstr>渲染阶段：渲染流水线</vt:lpstr>
      <vt:lpstr>渲染阶段：DOM树</vt:lpstr>
      <vt:lpstr>渲染阶段：CSSOM树</vt:lpstr>
      <vt:lpstr>渲染阶段：布局阶段</vt:lpstr>
      <vt:lpstr>渲染阶段：CSS,JS如何影响DOM树构建</vt:lpstr>
      <vt:lpstr>渲染阶段：分层</vt:lpstr>
      <vt:lpstr>渲染阶段：绘制</vt:lpstr>
      <vt:lpstr>渲染阶段：分块</vt:lpstr>
      <vt:lpstr>渲染阶段：光栅化、合成、显示</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浏览器工作原理</dc:title>
  <dc:creator>郭亚平</dc:creator>
  <cp:lastModifiedBy>didi</cp:lastModifiedBy>
  <cp:revision>125</cp:revision>
  <dcterms:created xsi:type="dcterms:W3CDTF">2019-06-19T02:08:00Z</dcterms:created>
  <dcterms:modified xsi:type="dcterms:W3CDTF">2025-08-29T07:37:19Z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2052-11.1.0.12313</vt:lpwstr>
  </property>
  <property fmtid="{D5CDD505-2E9C-101B-9397-08002B2CF9AE}" pid="3" name="ICV">
    <vt:lpwstr>510BB0E51D604F51A528AD5FBA454857</vt:lpwstr>
  </property>
</Properties>
</file>